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72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73" r:id="rId10"/>
    <p:sldId id="267" r:id="rId11"/>
  </p:sldIdLst>
  <p:sldSz cx="14630400" cy="8229600"/>
  <p:notesSz cx="8229600" cy="14630400"/>
  <p:embeddedFontLst>
    <p:embeddedFont>
      <p:font typeface="DM Sans" pitchFamily="2" charset="0"/>
      <p:regular r:id="rId13"/>
      <p:bold r:id="rId14"/>
      <p:italic r:id="rId15"/>
      <p:boldItalic r:id="rId16"/>
    </p:embeddedFont>
    <p:embeddedFont>
      <p:font typeface="DM Sans Bold" pitchFamily="2" charset="0"/>
      <p:bold r:id="rId17"/>
    </p:embeddedFont>
    <p:embeddedFont>
      <p:font typeface="Times New Roman Bold" panose="02020803070505020304" pitchFamily="18" charset="0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294" autoAdjust="0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0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7082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154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sv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4.svg"/><Relationship Id="rId7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4.svg"/><Relationship Id="rId7" Type="http://schemas.openxmlformats.org/officeDocument/2006/relationships/image" Target="../media/image1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20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55994" y="-1344407"/>
            <a:ext cx="10918413" cy="10918413"/>
          </a:xfrm>
          <a:custGeom>
            <a:avLst/>
            <a:gdLst/>
            <a:ahLst/>
            <a:cxnLst/>
            <a:rect l="l" t="t" r="r" b="b"/>
            <a:pathLst>
              <a:path w="13648016" h="13648016">
                <a:moveTo>
                  <a:pt x="0" y="0"/>
                </a:moveTo>
                <a:lnTo>
                  <a:pt x="13648016" y="0"/>
                </a:lnTo>
                <a:lnTo>
                  <a:pt x="13648016" y="13648016"/>
                </a:lnTo>
                <a:lnTo>
                  <a:pt x="0" y="136480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912615" y="-131564"/>
            <a:ext cx="9380753" cy="9369018"/>
            <a:chOff x="0" y="0"/>
            <a:chExt cx="15634588" cy="1561503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634588" cy="15615031"/>
            </a:xfrm>
            <a:custGeom>
              <a:avLst/>
              <a:gdLst/>
              <a:ahLst/>
              <a:cxnLst/>
              <a:rect l="l" t="t" r="r" b="b"/>
              <a:pathLst>
                <a:path w="15634588" h="15615031">
                  <a:moveTo>
                    <a:pt x="0" y="0"/>
                  </a:moveTo>
                  <a:lnTo>
                    <a:pt x="15634588" y="0"/>
                  </a:lnTo>
                  <a:lnTo>
                    <a:pt x="15634588" y="15615031"/>
                  </a:lnTo>
                  <a:lnTo>
                    <a:pt x="0" y="156150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" r="-2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2693905" y="-506495"/>
            <a:ext cx="9242590" cy="9242590"/>
          </a:xfrm>
          <a:custGeom>
            <a:avLst/>
            <a:gdLst/>
            <a:ahLst/>
            <a:cxnLst/>
            <a:rect l="l" t="t" r="r" b="b"/>
            <a:pathLst>
              <a:path w="11553237" h="11553237">
                <a:moveTo>
                  <a:pt x="0" y="0"/>
                </a:moveTo>
                <a:lnTo>
                  <a:pt x="11553237" y="0"/>
                </a:lnTo>
                <a:lnTo>
                  <a:pt x="11553237" y="11553237"/>
                </a:lnTo>
                <a:lnTo>
                  <a:pt x="0" y="115532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0" y="-117820"/>
            <a:ext cx="14630400" cy="2105959"/>
            <a:chOff x="0" y="0"/>
            <a:chExt cx="24384000" cy="350993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4000" cy="3509932"/>
            </a:xfrm>
            <a:custGeom>
              <a:avLst/>
              <a:gdLst/>
              <a:ahLst/>
              <a:cxnLst/>
              <a:rect l="l" t="t" r="r" b="b"/>
              <a:pathLst>
                <a:path w="24384000" h="3509932">
                  <a:moveTo>
                    <a:pt x="0" y="0"/>
                  </a:moveTo>
                  <a:lnTo>
                    <a:pt x="24384000" y="0"/>
                  </a:lnTo>
                  <a:lnTo>
                    <a:pt x="24384000" y="3509932"/>
                  </a:lnTo>
                  <a:lnTo>
                    <a:pt x="0" y="35099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4384000" cy="3557557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4750"/>
                </a:lnSpc>
              </a:pPr>
              <a:r>
                <a:rPr lang="en-US" sz="4398" u="sng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GLOBAL INSTITUTE OF TECHNOLOGY,JAIPUR</a:t>
              </a:r>
            </a:p>
            <a:p>
              <a:pPr algn="ctr">
                <a:lnSpc>
                  <a:spcPts val="4794"/>
                </a:lnSpc>
              </a:pPr>
              <a:endParaRPr lang="en-US" sz="4398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algn="ctr">
                <a:lnSpc>
                  <a:spcPts val="3195"/>
                </a:lnSpc>
              </a:pPr>
              <a:r>
                <a:rPr lang="en-US" sz="2959" u="sng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Department of Computer Science and Engineering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315200" y="3559937"/>
            <a:ext cx="8574497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1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Domain: Java Core Programming</a:t>
            </a:r>
            <a:r>
              <a:rPr lang="en-US" sz="270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5949312" y="2721514"/>
            <a:ext cx="2284247" cy="2316861"/>
            <a:chOff x="0" y="0"/>
            <a:chExt cx="3807079" cy="386143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807079" cy="3861435"/>
            </a:xfrm>
            <a:custGeom>
              <a:avLst/>
              <a:gdLst/>
              <a:ahLst/>
              <a:cxnLst/>
              <a:rect l="l" t="t" r="r" b="b"/>
              <a:pathLst>
                <a:path w="3807079" h="3861435">
                  <a:moveTo>
                    <a:pt x="0" y="0"/>
                  </a:moveTo>
                  <a:lnTo>
                    <a:pt x="3807079" y="0"/>
                  </a:lnTo>
                  <a:lnTo>
                    <a:pt x="3807079" y="3861435"/>
                  </a:lnTo>
                  <a:lnTo>
                    <a:pt x="0" y="38614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9378177" y="5352862"/>
            <a:ext cx="5526920" cy="3141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41"/>
              </a:lnSpc>
            </a:pPr>
            <a:r>
              <a:rPr lang="en-US" sz="294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Presented By:</a:t>
            </a:r>
          </a:p>
          <a:p>
            <a:pPr>
              <a:lnSpc>
                <a:spcPts val="3541"/>
              </a:lnSpc>
            </a:pPr>
            <a:r>
              <a:rPr lang="en-US" sz="294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Name :  Achintya Agrawal</a:t>
            </a:r>
          </a:p>
          <a:p>
            <a:pPr>
              <a:lnSpc>
                <a:spcPts val="3541"/>
              </a:lnSpc>
            </a:pPr>
            <a:r>
              <a:rPr lang="en-US" sz="294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Roll No.:  24EGJCS009</a:t>
            </a:r>
          </a:p>
          <a:p>
            <a:pPr>
              <a:lnSpc>
                <a:spcPts val="3541"/>
              </a:lnSpc>
            </a:pPr>
            <a:r>
              <a:rPr lang="en-US" sz="294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Semester :   3ʳᵈ</a:t>
            </a:r>
          </a:p>
          <a:p>
            <a:pPr>
              <a:lnSpc>
                <a:spcPts val="3541"/>
              </a:lnSpc>
            </a:pPr>
            <a:r>
              <a:rPr lang="en-US" sz="294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Year :   2ⁿᵈ</a:t>
            </a:r>
          </a:p>
          <a:p>
            <a:pPr>
              <a:lnSpc>
                <a:spcPts val="3541"/>
              </a:lnSpc>
            </a:pPr>
            <a:endParaRPr lang="en-US" sz="294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lnSpc>
                <a:spcPts val="3541"/>
              </a:lnSpc>
            </a:pPr>
            <a:endParaRPr lang="en-US" sz="294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676968" y="3005676"/>
            <a:ext cx="4938524" cy="445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95"/>
              </a:lnSpc>
            </a:pPr>
            <a:r>
              <a:rPr lang="en-US" sz="2400" b="1" dirty="0">
                <a:solidFill>
                  <a:srgbClr val="000000"/>
                </a:solidFill>
                <a:latin typeface="Times New Roman Bold"/>
                <a:ea typeface="Canva Sans"/>
                <a:cs typeface="Times New Roman Bold"/>
                <a:sym typeface="Times New Roman Bold"/>
              </a:rPr>
              <a:t>Company</a:t>
            </a:r>
            <a:r>
              <a:rPr lang="en-US" sz="2638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Learn And Build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88046" y="5352862"/>
            <a:ext cx="4051524" cy="3549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047"/>
              </a:lnSpc>
            </a:pPr>
            <a:r>
              <a:rPr lang="en-US" sz="289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Submitted To :-</a:t>
            </a:r>
          </a:p>
          <a:p>
            <a:pPr>
              <a:lnSpc>
                <a:spcPts val="4047"/>
              </a:lnSpc>
            </a:pPr>
            <a:r>
              <a:rPr lang="en-US" sz="289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Pardeep Jha</a:t>
            </a:r>
          </a:p>
          <a:p>
            <a:pPr>
              <a:lnSpc>
                <a:spcPts val="4047"/>
              </a:lnSpc>
            </a:pPr>
            <a:r>
              <a:rPr lang="en-US" sz="289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HOD of CSE Dept</a:t>
            </a:r>
            <a:r>
              <a:rPr lang="en-US" sz="289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.</a:t>
            </a:r>
          </a:p>
          <a:p>
            <a:pPr>
              <a:lnSpc>
                <a:spcPts val="4047"/>
              </a:lnSpc>
            </a:pPr>
            <a:endParaRPr lang="en-US" sz="2890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ctr">
              <a:lnSpc>
                <a:spcPts val="4047"/>
              </a:lnSpc>
            </a:pPr>
            <a:endParaRPr lang="en-US" sz="2890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ctr">
              <a:lnSpc>
                <a:spcPts val="4047"/>
              </a:lnSpc>
            </a:pPr>
            <a:endParaRPr lang="en-US" sz="2890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ctr">
              <a:lnSpc>
                <a:spcPts val="4047"/>
              </a:lnSpc>
            </a:pPr>
            <a:endParaRPr lang="en-US" sz="2890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55994" y="-1344407"/>
            <a:ext cx="10918413" cy="10918413"/>
          </a:xfrm>
          <a:custGeom>
            <a:avLst/>
            <a:gdLst/>
            <a:ahLst/>
            <a:cxnLst/>
            <a:rect l="l" t="t" r="r" b="b"/>
            <a:pathLst>
              <a:path w="13648016" h="13648016">
                <a:moveTo>
                  <a:pt x="0" y="0"/>
                </a:moveTo>
                <a:lnTo>
                  <a:pt x="13648016" y="0"/>
                </a:lnTo>
                <a:lnTo>
                  <a:pt x="13648016" y="13648016"/>
                </a:lnTo>
                <a:lnTo>
                  <a:pt x="0" y="136480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912615" y="-131564"/>
            <a:ext cx="9380753" cy="9369018"/>
            <a:chOff x="0" y="0"/>
            <a:chExt cx="15634588" cy="1561503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634588" cy="15615031"/>
            </a:xfrm>
            <a:custGeom>
              <a:avLst/>
              <a:gdLst/>
              <a:ahLst/>
              <a:cxnLst/>
              <a:rect l="l" t="t" r="r" b="b"/>
              <a:pathLst>
                <a:path w="15634588" h="15615031">
                  <a:moveTo>
                    <a:pt x="0" y="0"/>
                  </a:moveTo>
                  <a:lnTo>
                    <a:pt x="15634588" y="0"/>
                  </a:lnTo>
                  <a:lnTo>
                    <a:pt x="15634588" y="15615031"/>
                  </a:lnTo>
                  <a:lnTo>
                    <a:pt x="0" y="156150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" r="-2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2693905" y="-506495"/>
            <a:ext cx="9242590" cy="9242590"/>
          </a:xfrm>
          <a:custGeom>
            <a:avLst/>
            <a:gdLst/>
            <a:ahLst/>
            <a:cxnLst/>
            <a:rect l="l" t="t" r="r" b="b"/>
            <a:pathLst>
              <a:path w="11553237" h="11553237">
                <a:moveTo>
                  <a:pt x="0" y="0"/>
                </a:moveTo>
                <a:lnTo>
                  <a:pt x="11553237" y="0"/>
                </a:lnTo>
                <a:lnTo>
                  <a:pt x="11553237" y="11553237"/>
                </a:lnTo>
                <a:lnTo>
                  <a:pt x="0" y="115532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22960" y="639573"/>
            <a:ext cx="9480198" cy="4401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35630" lvl="3" indent="-283907">
              <a:lnSpc>
                <a:spcPts val="5822"/>
              </a:lnSpc>
              <a:buAutoNum type="arabicPeriod"/>
            </a:pPr>
            <a:r>
              <a:rPr lang="en-US" sz="415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Company Introduction</a:t>
            </a:r>
          </a:p>
          <a:p>
            <a:pPr marL="1135630" lvl="3" indent="-283907">
              <a:lnSpc>
                <a:spcPts val="5822"/>
              </a:lnSpc>
              <a:buAutoNum type="arabicPeriod"/>
            </a:pPr>
            <a:r>
              <a:rPr lang="en-US" sz="415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 of Internship</a:t>
            </a:r>
          </a:p>
          <a:p>
            <a:pPr marL="1135630" lvl="3" indent="-283907">
              <a:lnSpc>
                <a:spcPts val="5822"/>
              </a:lnSpc>
              <a:buAutoNum type="arabicPeriod"/>
            </a:pPr>
            <a:r>
              <a:rPr lang="en-US" sz="415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 Outcomes</a:t>
            </a:r>
          </a:p>
          <a:p>
            <a:pPr marL="1135630" lvl="3" indent="-283907">
              <a:lnSpc>
                <a:spcPts val="5822"/>
              </a:lnSpc>
              <a:buAutoNum type="arabicPeriod"/>
            </a:pPr>
            <a:r>
              <a:rPr lang="en-US" sz="415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Technologies Learned</a:t>
            </a:r>
          </a:p>
          <a:p>
            <a:pPr marL="1135630" lvl="3" indent="-283907">
              <a:lnSpc>
                <a:spcPts val="5822"/>
              </a:lnSpc>
              <a:buAutoNum type="arabicPeriod"/>
            </a:pPr>
            <a:r>
              <a:rPr lang="en-US" sz="415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 Faced</a:t>
            </a:r>
          </a:p>
          <a:p>
            <a:pPr marL="1135630" lvl="3" indent="-283907">
              <a:lnSpc>
                <a:spcPts val="5822"/>
              </a:lnSpc>
              <a:buAutoNum type="arabicPeriod"/>
            </a:pPr>
            <a:r>
              <a:rPr lang="en-US" sz="415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977530" y="1809599"/>
            <a:ext cx="3917899" cy="5597042"/>
            <a:chOff x="0" y="0"/>
            <a:chExt cx="6529832" cy="9328404"/>
          </a:xfrm>
        </p:grpSpPr>
        <p:sp>
          <p:nvSpPr>
            <p:cNvPr id="8" name="Freeform 8"/>
            <p:cNvSpPr/>
            <p:nvPr/>
          </p:nvSpPr>
          <p:spPr>
            <a:xfrm flipH="1">
              <a:off x="0" y="0"/>
              <a:ext cx="6529832" cy="9328404"/>
            </a:xfrm>
            <a:custGeom>
              <a:avLst/>
              <a:gdLst/>
              <a:ahLst/>
              <a:cxnLst/>
              <a:rect l="l" t="t" r="r" b="b"/>
              <a:pathLst>
                <a:path w="6529832" h="9328404">
                  <a:moveTo>
                    <a:pt x="1492504" y="9328404"/>
                  </a:moveTo>
                  <a:lnTo>
                    <a:pt x="5037328" y="9328404"/>
                  </a:lnTo>
                  <a:cubicBezTo>
                    <a:pt x="5861939" y="9328404"/>
                    <a:pt x="6529832" y="8660511"/>
                    <a:pt x="6529832" y="7835900"/>
                  </a:cubicBezTo>
                  <a:lnTo>
                    <a:pt x="6529832" y="1492504"/>
                  </a:lnTo>
                  <a:cubicBezTo>
                    <a:pt x="6529832" y="667893"/>
                    <a:pt x="5861939" y="0"/>
                    <a:pt x="5037328" y="0"/>
                  </a:cubicBezTo>
                  <a:lnTo>
                    <a:pt x="1492504" y="0"/>
                  </a:lnTo>
                  <a:cubicBezTo>
                    <a:pt x="667893" y="0"/>
                    <a:pt x="0" y="667893"/>
                    <a:pt x="0" y="1492504"/>
                  </a:cubicBezTo>
                  <a:lnTo>
                    <a:pt x="0" y="7835900"/>
                  </a:lnTo>
                  <a:cubicBezTo>
                    <a:pt x="0" y="8660511"/>
                    <a:pt x="667893" y="9328404"/>
                    <a:pt x="1492504" y="9328404"/>
                  </a:cubicBezTo>
                  <a:close/>
                </a:path>
              </a:pathLst>
            </a:custGeom>
            <a:blipFill>
              <a:blip r:embed="rId7"/>
              <a:stretch>
                <a:fillRect l="-21429" r="-21429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9977530" y="1809598"/>
            <a:ext cx="3917929" cy="5597042"/>
          </a:xfrm>
          <a:custGeom>
            <a:avLst/>
            <a:gdLst/>
            <a:ahLst/>
            <a:cxnLst/>
            <a:rect l="l" t="t" r="r" b="b"/>
            <a:pathLst>
              <a:path w="4897411" h="6996302">
                <a:moveTo>
                  <a:pt x="0" y="0"/>
                </a:moveTo>
                <a:lnTo>
                  <a:pt x="4897411" y="0"/>
                </a:lnTo>
                <a:lnTo>
                  <a:pt x="4897411" y="6996302"/>
                </a:lnTo>
                <a:lnTo>
                  <a:pt x="0" y="69963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48" r="-48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045813" y="-342900"/>
            <a:ext cx="4172470" cy="1010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3"/>
              </a:lnSpc>
            </a:pPr>
            <a:r>
              <a:rPr lang="en-US" sz="5988">
                <a:solidFill>
                  <a:srgbClr val="D80000"/>
                </a:solidFill>
                <a:latin typeface="Gagalin"/>
                <a:ea typeface="Gagalin"/>
                <a:cs typeface="Gagalin"/>
                <a:sym typeface="Gagalin"/>
              </a:rPr>
              <a:t>CONTENTS 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55994" y="-1344407"/>
            <a:ext cx="10918413" cy="10918413"/>
          </a:xfrm>
          <a:custGeom>
            <a:avLst/>
            <a:gdLst/>
            <a:ahLst/>
            <a:cxnLst/>
            <a:rect l="l" t="t" r="r" b="b"/>
            <a:pathLst>
              <a:path w="13648016" h="13648016">
                <a:moveTo>
                  <a:pt x="0" y="0"/>
                </a:moveTo>
                <a:lnTo>
                  <a:pt x="13648016" y="0"/>
                </a:lnTo>
                <a:lnTo>
                  <a:pt x="13648016" y="13648016"/>
                </a:lnTo>
                <a:lnTo>
                  <a:pt x="0" y="136480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912615" y="-131564"/>
            <a:ext cx="9380753" cy="9369018"/>
            <a:chOff x="0" y="0"/>
            <a:chExt cx="15634588" cy="1561503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634588" cy="15615031"/>
            </a:xfrm>
            <a:custGeom>
              <a:avLst/>
              <a:gdLst/>
              <a:ahLst/>
              <a:cxnLst/>
              <a:rect l="l" t="t" r="r" b="b"/>
              <a:pathLst>
                <a:path w="15634588" h="15615031">
                  <a:moveTo>
                    <a:pt x="0" y="0"/>
                  </a:moveTo>
                  <a:lnTo>
                    <a:pt x="15634588" y="0"/>
                  </a:lnTo>
                  <a:lnTo>
                    <a:pt x="15634588" y="15615031"/>
                  </a:lnTo>
                  <a:lnTo>
                    <a:pt x="0" y="156150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" r="-2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2693905" y="-506495"/>
            <a:ext cx="9242590" cy="9242590"/>
          </a:xfrm>
          <a:custGeom>
            <a:avLst/>
            <a:gdLst/>
            <a:ahLst/>
            <a:cxnLst/>
            <a:rect l="l" t="t" r="r" b="b"/>
            <a:pathLst>
              <a:path w="11553237" h="11553237">
                <a:moveTo>
                  <a:pt x="0" y="0"/>
                </a:moveTo>
                <a:lnTo>
                  <a:pt x="11553237" y="0"/>
                </a:lnTo>
                <a:lnTo>
                  <a:pt x="11553237" y="11553237"/>
                </a:lnTo>
                <a:lnTo>
                  <a:pt x="0" y="115532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3096443" y="41523"/>
            <a:ext cx="997762" cy="931164"/>
            <a:chOff x="0" y="0"/>
            <a:chExt cx="1662937" cy="15519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62938" cy="1551940"/>
            </a:xfrm>
            <a:custGeom>
              <a:avLst/>
              <a:gdLst/>
              <a:ahLst/>
              <a:cxnLst/>
              <a:rect l="l" t="t" r="r" b="b"/>
              <a:pathLst>
                <a:path w="1662938" h="1551940">
                  <a:moveTo>
                    <a:pt x="192913" y="0"/>
                  </a:moveTo>
                  <a:lnTo>
                    <a:pt x="1470025" y="0"/>
                  </a:lnTo>
                  <a:cubicBezTo>
                    <a:pt x="1576578" y="0"/>
                    <a:pt x="1662938" y="86360"/>
                    <a:pt x="1662938" y="192913"/>
                  </a:cubicBezTo>
                  <a:lnTo>
                    <a:pt x="1662938" y="1358900"/>
                  </a:lnTo>
                  <a:cubicBezTo>
                    <a:pt x="1662938" y="1410081"/>
                    <a:pt x="1642618" y="1459103"/>
                    <a:pt x="1606423" y="1495298"/>
                  </a:cubicBezTo>
                  <a:cubicBezTo>
                    <a:pt x="1570228" y="1531493"/>
                    <a:pt x="1521206" y="1551813"/>
                    <a:pt x="1470025" y="1551813"/>
                  </a:cubicBezTo>
                  <a:lnTo>
                    <a:pt x="192913" y="1551813"/>
                  </a:lnTo>
                  <a:cubicBezTo>
                    <a:pt x="86360" y="1551940"/>
                    <a:pt x="0" y="1465453"/>
                    <a:pt x="0" y="1358900"/>
                  </a:cubicBezTo>
                  <a:lnTo>
                    <a:pt x="0" y="192913"/>
                  </a:lnTo>
                  <a:cubicBezTo>
                    <a:pt x="0" y="86360"/>
                    <a:pt x="86360" y="0"/>
                    <a:pt x="192913" y="0"/>
                  </a:cubicBezTo>
                  <a:close/>
                </a:path>
              </a:pathLst>
            </a:custGeom>
            <a:blipFill>
              <a:blip r:embed="rId7"/>
              <a:stretch>
                <a:fillRect t="-3576" b="-3584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0875193" y="3766033"/>
            <a:ext cx="4463567" cy="4463567"/>
            <a:chOff x="0" y="0"/>
            <a:chExt cx="7439279" cy="7439279"/>
          </a:xfrm>
        </p:grpSpPr>
        <p:sp>
          <p:nvSpPr>
            <p:cNvPr id="9" name="Freeform 9"/>
            <p:cNvSpPr/>
            <p:nvPr/>
          </p:nvSpPr>
          <p:spPr>
            <a:xfrm flipH="1">
              <a:off x="0" y="0"/>
              <a:ext cx="7439279" cy="7439279"/>
            </a:xfrm>
            <a:custGeom>
              <a:avLst/>
              <a:gdLst/>
              <a:ahLst/>
              <a:cxnLst/>
              <a:rect l="l" t="t" r="r" b="b"/>
              <a:pathLst>
                <a:path w="7439279" h="7439279">
                  <a:moveTo>
                    <a:pt x="7439279" y="0"/>
                  </a:moveTo>
                  <a:lnTo>
                    <a:pt x="0" y="0"/>
                  </a:lnTo>
                  <a:lnTo>
                    <a:pt x="0" y="7439279"/>
                  </a:lnTo>
                  <a:lnTo>
                    <a:pt x="7439279" y="7439279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0" y="-162242"/>
            <a:ext cx="16868281" cy="975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10"/>
              </a:lnSpc>
            </a:pPr>
            <a:r>
              <a:rPr lang="en-US" sz="5792" u="sng">
                <a:solidFill>
                  <a:srgbClr val="26B1DD"/>
                </a:solidFill>
                <a:latin typeface="Gagalin"/>
                <a:ea typeface="Gagalin"/>
                <a:cs typeface="Gagalin"/>
                <a:sym typeface="Gagalin"/>
              </a:rPr>
              <a:t>COMPANY INTRODUCTION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55994" y="1403377"/>
            <a:ext cx="14630400" cy="860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9"/>
              </a:lnSpc>
            </a:pPr>
            <a:r>
              <a:rPr lang="en-US" sz="250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About the Company– Learn and Build (LnB)                                                                </a:t>
            </a:r>
          </a:p>
          <a:p>
            <a:pPr algn="ctr">
              <a:lnSpc>
                <a:spcPts val="3510"/>
              </a:lnSpc>
            </a:pPr>
            <a:endParaRPr lang="en-US" sz="2506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556996" y="4738191"/>
            <a:ext cx="7155722" cy="3193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81"/>
              </a:lnSpc>
            </a:pPr>
            <a:r>
              <a:rPr lang="en-US" sz="255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               </a:t>
            </a:r>
            <a:r>
              <a:rPr lang="en-US" sz="2558" b="1">
                <a:solidFill>
                  <a:srgbClr val="FF282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Focus areas:-</a:t>
            </a:r>
          </a:p>
          <a:p>
            <a:pPr marL="832354" lvl="4" indent="-166470">
              <a:lnSpc>
                <a:spcPts val="3581"/>
              </a:lnSpc>
              <a:buFont typeface="Arial"/>
              <a:buChar char="•"/>
            </a:pPr>
            <a:r>
              <a:rPr lang="en-US" sz="255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Foundational skill development</a:t>
            </a:r>
          </a:p>
          <a:p>
            <a:pPr marL="832354" lvl="4" indent="-166470">
              <a:lnSpc>
                <a:spcPts val="3581"/>
              </a:lnSpc>
              <a:buFont typeface="Arial"/>
              <a:buChar char="•"/>
            </a:pPr>
            <a:r>
              <a:rPr lang="en-US" sz="255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Career Growth</a:t>
            </a:r>
          </a:p>
          <a:p>
            <a:pPr marL="832354" lvl="4" indent="-166470">
              <a:lnSpc>
                <a:spcPts val="3581"/>
              </a:lnSpc>
              <a:buFont typeface="Arial"/>
              <a:buChar char="•"/>
            </a:pPr>
            <a:r>
              <a:rPr lang="en-US" sz="255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Ehancing technical skills</a:t>
            </a:r>
          </a:p>
          <a:p>
            <a:pPr marL="832354" lvl="4" indent="-166470">
              <a:lnSpc>
                <a:spcPts val="3581"/>
              </a:lnSpc>
              <a:buFont typeface="Arial"/>
              <a:buChar char="•"/>
            </a:pPr>
            <a:r>
              <a:rPr lang="en-US" sz="255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Productivity</a:t>
            </a:r>
          </a:p>
          <a:p>
            <a:pPr marL="832354" lvl="4" indent="-166470">
              <a:lnSpc>
                <a:spcPts val="3581"/>
              </a:lnSpc>
            </a:pPr>
            <a:endParaRPr lang="en-US" sz="255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32354" lvl="4" indent="-166470">
              <a:lnSpc>
                <a:spcPts val="3581"/>
              </a:lnSpc>
            </a:pPr>
            <a:endParaRPr lang="en-US" sz="255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466141" y="2407378"/>
            <a:ext cx="8273701" cy="2080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2416" lvl="2" indent="-177472" algn="just">
              <a:lnSpc>
                <a:spcPts val="3261"/>
              </a:lnSpc>
              <a:buFont typeface="Arial"/>
              <a:buChar char="⚬"/>
            </a:pPr>
            <a:r>
              <a:rPr lang="en-US" sz="23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Jaipur-based EdTech company                                              </a:t>
            </a:r>
          </a:p>
          <a:p>
            <a:pPr marL="532416" lvl="2" indent="-177472" algn="just">
              <a:lnSpc>
                <a:spcPts val="3261"/>
              </a:lnSpc>
              <a:buFont typeface="Arial"/>
              <a:buChar char="⚬"/>
            </a:pPr>
            <a:r>
              <a:rPr lang="en-US" sz="23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Practical training in AI, Data Science, Cloud &amp; Robotics</a:t>
            </a:r>
          </a:p>
          <a:p>
            <a:pPr marL="532416" lvl="2" indent="-177472" algn="just">
              <a:lnSpc>
                <a:spcPts val="3261"/>
              </a:lnSpc>
              <a:buFont typeface="Arial"/>
              <a:buChar char="⚬"/>
            </a:pPr>
            <a:r>
              <a:rPr lang="en-US" sz="23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Internships + Certifications for industry readiness          </a:t>
            </a:r>
          </a:p>
          <a:p>
            <a:pPr marL="532416" lvl="2" indent="-177472" algn="just">
              <a:lnSpc>
                <a:spcPts val="3261"/>
              </a:lnSpc>
              <a:buFont typeface="Arial"/>
              <a:buChar char="⚬"/>
            </a:pPr>
            <a:r>
              <a:rPr lang="en-US" sz="23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 on hands-on projects &amp; career                                   </a:t>
            </a:r>
          </a:p>
          <a:p>
            <a:pPr marL="532416" lvl="2" indent="-177472" algn="just">
              <a:lnSpc>
                <a:spcPts val="3261"/>
              </a:lnSpc>
            </a:pPr>
            <a:endParaRPr lang="en-US" sz="232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55994" y="-1344407"/>
            <a:ext cx="10918413" cy="10918413"/>
          </a:xfrm>
          <a:custGeom>
            <a:avLst/>
            <a:gdLst/>
            <a:ahLst/>
            <a:cxnLst/>
            <a:rect l="l" t="t" r="r" b="b"/>
            <a:pathLst>
              <a:path w="13648016" h="13648016">
                <a:moveTo>
                  <a:pt x="0" y="0"/>
                </a:moveTo>
                <a:lnTo>
                  <a:pt x="13648016" y="0"/>
                </a:lnTo>
                <a:lnTo>
                  <a:pt x="13648016" y="13648016"/>
                </a:lnTo>
                <a:lnTo>
                  <a:pt x="0" y="136480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912615" y="-131564"/>
            <a:ext cx="9380753" cy="9369018"/>
            <a:chOff x="0" y="0"/>
            <a:chExt cx="15634588" cy="1561503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634588" cy="15615031"/>
            </a:xfrm>
            <a:custGeom>
              <a:avLst/>
              <a:gdLst/>
              <a:ahLst/>
              <a:cxnLst/>
              <a:rect l="l" t="t" r="r" b="b"/>
              <a:pathLst>
                <a:path w="15634588" h="15615031">
                  <a:moveTo>
                    <a:pt x="0" y="0"/>
                  </a:moveTo>
                  <a:lnTo>
                    <a:pt x="15634588" y="0"/>
                  </a:lnTo>
                  <a:lnTo>
                    <a:pt x="15634588" y="15615031"/>
                  </a:lnTo>
                  <a:lnTo>
                    <a:pt x="0" y="156150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" r="-2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2693905" y="-506495"/>
            <a:ext cx="9242590" cy="9242590"/>
          </a:xfrm>
          <a:custGeom>
            <a:avLst/>
            <a:gdLst/>
            <a:ahLst/>
            <a:cxnLst/>
            <a:rect l="l" t="t" r="r" b="b"/>
            <a:pathLst>
              <a:path w="11553237" h="11553237">
                <a:moveTo>
                  <a:pt x="0" y="0"/>
                </a:moveTo>
                <a:lnTo>
                  <a:pt x="11553237" y="0"/>
                </a:lnTo>
                <a:lnTo>
                  <a:pt x="11553237" y="11553237"/>
                </a:lnTo>
                <a:lnTo>
                  <a:pt x="0" y="115532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13331" y="1250261"/>
            <a:ext cx="5739515" cy="5729079"/>
          </a:xfrm>
          <a:custGeom>
            <a:avLst/>
            <a:gdLst/>
            <a:ahLst/>
            <a:cxnLst/>
            <a:rect l="l" t="t" r="r" b="b"/>
            <a:pathLst>
              <a:path w="7174394" h="7161349">
                <a:moveTo>
                  <a:pt x="0" y="0"/>
                </a:moveTo>
                <a:lnTo>
                  <a:pt x="7174394" y="0"/>
                </a:lnTo>
                <a:lnTo>
                  <a:pt x="7174394" y="7161349"/>
                </a:lnTo>
                <a:lnTo>
                  <a:pt x="0" y="716134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41" r="-41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513501" y="-421172"/>
            <a:ext cx="10260906" cy="998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87"/>
              </a:lnSpc>
            </a:pPr>
            <a:r>
              <a:rPr lang="en-US" sz="5920" u="sng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 </a:t>
            </a:r>
            <a:r>
              <a:rPr lang="en-US" sz="5920" u="sng">
                <a:solidFill>
                  <a:srgbClr val="626614"/>
                </a:solidFill>
                <a:latin typeface="Gagalin"/>
                <a:ea typeface="Gagalin"/>
                <a:cs typeface="Gagalin"/>
                <a:sym typeface="Gagalin"/>
              </a:rPr>
              <a:t>Objectives of Internship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72013" y="1258125"/>
            <a:ext cx="9691450" cy="325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9583" lvl="4" indent="-125917" algn="ctr">
              <a:lnSpc>
                <a:spcPts val="2709"/>
              </a:lnSpc>
              <a:buFont typeface="Arial"/>
              <a:buChar char="•"/>
            </a:pPr>
            <a:r>
              <a:rPr lang="en-US" sz="193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dirty="0"/>
              <a:t>To gain practical knowledge of java core programming beyond classroom theory</a:t>
            </a:r>
            <a:endParaRPr lang="en-US" sz="1934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726281" y="3626403"/>
            <a:ext cx="9479450" cy="730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7710" lvl="4" indent="-133542" algn="ctr">
              <a:lnSpc>
                <a:spcPts val="2872"/>
              </a:lnSpc>
              <a:buFont typeface="Arial"/>
              <a:buChar char="•"/>
            </a:pPr>
            <a:r>
              <a:rPr lang="en-US" sz="2400" dirty="0"/>
              <a:t>To improve problem-solving and logical thinking skills through practicing coding exercises .</a:t>
            </a:r>
            <a:endParaRPr lang="en-US" sz="205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301448" y="4831563"/>
            <a:ext cx="9075770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9507" lvl="4" indent="-131902" algn="ctr">
              <a:lnSpc>
                <a:spcPts val="2838"/>
              </a:lnSpc>
              <a:buFont typeface="Arial"/>
              <a:buChar char="•"/>
            </a:pPr>
            <a:r>
              <a:rPr lang="en-US" sz="2400" dirty="0"/>
              <a:t>To understand the best practices of industry in a professional environment</a:t>
            </a:r>
            <a:endParaRPr lang="en-US" sz="2026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050130" y="6030116"/>
            <a:ext cx="7578405" cy="671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6316" lvl="4" indent="-127263" algn="ctr">
              <a:lnSpc>
                <a:spcPts val="2736"/>
              </a:lnSpc>
              <a:buFont typeface="Arial"/>
              <a:buChar char="•"/>
            </a:pPr>
            <a:r>
              <a:rPr lang="en-US" sz="2000" dirty="0"/>
              <a:t>To prepare for job interviews and build confidence for technical rounds</a:t>
            </a:r>
            <a:endParaRPr lang="en-US" sz="1955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781749" y="2372098"/>
            <a:ext cx="9368513" cy="387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1"/>
              </a:lnSpc>
            </a:pPr>
            <a:r>
              <a:rPr lang="en-US" sz="2400" dirty="0"/>
              <a:t>To learn how to apply core concept of java in software development </a:t>
            </a:r>
            <a:endParaRPr lang="en-US" sz="2258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55994" y="-1344407"/>
            <a:ext cx="10918413" cy="10918413"/>
          </a:xfrm>
          <a:custGeom>
            <a:avLst/>
            <a:gdLst/>
            <a:ahLst/>
            <a:cxnLst/>
            <a:rect l="l" t="t" r="r" b="b"/>
            <a:pathLst>
              <a:path w="13648016" h="13648016">
                <a:moveTo>
                  <a:pt x="0" y="0"/>
                </a:moveTo>
                <a:lnTo>
                  <a:pt x="13648016" y="0"/>
                </a:lnTo>
                <a:lnTo>
                  <a:pt x="13648016" y="13648016"/>
                </a:lnTo>
                <a:lnTo>
                  <a:pt x="0" y="136480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912615" y="-131564"/>
            <a:ext cx="9380753" cy="9369018"/>
            <a:chOff x="0" y="0"/>
            <a:chExt cx="15634588" cy="1561503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634588" cy="15615031"/>
            </a:xfrm>
            <a:custGeom>
              <a:avLst/>
              <a:gdLst/>
              <a:ahLst/>
              <a:cxnLst/>
              <a:rect l="l" t="t" r="r" b="b"/>
              <a:pathLst>
                <a:path w="15634588" h="15615031">
                  <a:moveTo>
                    <a:pt x="0" y="0"/>
                  </a:moveTo>
                  <a:lnTo>
                    <a:pt x="15634588" y="0"/>
                  </a:lnTo>
                  <a:lnTo>
                    <a:pt x="15634588" y="15615031"/>
                  </a:lnTo>
                  <a:lnTo>
                    <a:pt x="0" y="156150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" r="-2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2693905" y="-506495"/>
            <a:ext cx="9242590" cy="9242590"/>
          </a:xfrm>
          <a:custGeom>
            <a:avLst/>
            <a:gdLst/>
            <a:ahLst/>
            <a:cxnLst/>
            <a:rect l="l" t="t" r="r" b="b"/>
            <a:pathLst>
              <a:path w="11553237" h="11553237">
                <a:moveTo>
                  <a:pt x="0" y="0"/>
                </a:moveTo>
                <a:lnTo>
                  <a:pt x="11553237" y="0"/>
                </a:lnTo>
                <a:lnTo>
                  <a:pt x="11553237" y="11553237"/>
                </a:lnTo>
                <a:lnTo>
                  <a:pt x="0" y="115532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0" y="-250332"/>
            <a:ext cx="14630400" cy="998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88"/>
              </a:lnSpc>
            </a:pPr>
            <a:r>
              <a:rPr lang="en-US" sz="5920" u="sng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Training Outcomes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92912" y="1081761"/>
            <a:ext cx="11883169" cy="564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5"/>
              </a:lnSpc>
            </a:pPr>
            <a:r>
              <a:rPr lang="en-US" sz="3200" dirty="0"/>
              <a:t>Strong Understanding of Java Basics</a:t>
            </a: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597548" y="2186003"/>
            <a:ext cx="9695819" cy="548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5"/>
              </a:lnSpc>
            </a:pPr>
            <a:r>
              <a:rPr lang="en-US" sz="3200" dirty="0"/>
              <a:t>Learned to build basic Java applications independently.</a:t>
            </a:r>
            <a:endParaRPr lang="en-US" sz="3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425712" y="3251613"/>
            <a:ext cx="10728290" cy="1151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8"/>
              </a:lnSpc>
            </a:pPr>
            <a:r>
              <a:rPr lang="en-US" sz="3200" dirty="0"/>
              <a:t>Improved skills in Object-Oriented Programming (OOP) Concepts , File I/O Operations,  JDBC Basics</a:t>
            </a:r>
            <a:endParaRPr lang="en-US" sz="3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792912" y="4911525"/>
            <a:ext cx="11620158" cy="1151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5"/>
              </a:lnSpc>
            </a:pPr>
            <a:r>
              <a:rPr lang="en-US" sz="3600" dirty="0"/>
              <a:t>Practiced version control using Git basics for source code management</a:t>
            </a:r>
            <a:endParaRPr lang="en-US" sz="3304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277121" y="6499915"/>
            <a:ext cx="10651740" cy="561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37"/>
              </a:lnSpc>
            </a:pPr>
            <a:r>
              <a:rPr lang="en-US" sz="3600" dirty="0"/>
              <a:t>Hands-on Experience on Real-time Projects.</a:t>
            </a:r>
            <a:endParaRPr lang="en-US" sz="3313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436039" y="1039479"/>
            <a:ext cx="312420" cy="598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12"/>
              </a:lnSpc>
            </a:pPr>
            <a:r>
              <a:rPr lang="en-US" sz="3580" u="sng" dirty="0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✓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27273" y="2190331"/>
            <a:ext cx="297180" cy="573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8"/>
              </a:lnSpc>
            </a:pPr>
            <a:r>
              <a:rPr lang="en-US" sz="3399" u="sng" dirty="0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✓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68401" y="3247148"/>
            <a:ext cx="297180" cy="575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5"/>
              </a:lnSpc>
            </a:pPr>
            <a:r>
              <a:rPr lang="en-US" sz="3454" u="sng" dirty="0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✓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95561" y="4921628"/>
            <a:ext cx="289560" cy="56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2"/>
              </a:lnSpc>
            </a:pPr>
            <a:r>
              <a:rPr lang="en-US" sz="3358" u="sng" dirty="0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✓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96406" y="6493663"/>
            <a:ext cx="296506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86"/>
              </a:lnSpc>
            </a:pPr>
            <a:r>
              <a:rPr lang="en-US" sz="3418" u="sng" dirty="0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CC1E838F-5CEF-B20C-833B-82C5AA557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4541190" cy="81292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55994" y="-1344407"/>
            <a:ext cx="10918413" cy="10918413"/>
          </a:xfrm>
          <a:custGeom>
            <a:avLst/>
            <a:gdLst/>
            <a:ahLst/>
            <a:cxnLst/>
            <a:rect l="l" t="t" r="r" b="b"/>
            <a:pathLst>
              <a:path w="13648016" h="13648016">
                <a:moveTo>
                  <a:pt x="0" y="0"/>
                </a:moveTo>
                <a:lnTo>
                  <a:pt x="13648016" y="0"/>
                </a:lnTo>
                <a:lnTo>
                  <a:pt x="13648016" y="13648016"/>
                </a:lnTo>
                <a:lnTo>
                  <a:pt x="0" y="136480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912615" y="-131564"/>
            <a:ext cx="9380753" cy="9369018"/>
            <a:chOff x="0" y="0"/>
            <a:chExt cx="15634588" cy="1561503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634588" cy="15615031"/>
            </a:xfrm>
            <a:custGeom>
              <a:avLst/>
              <a:gdLst/>
              <a:ahLst/>
              <a:cxnLst/>
              <a:rect l="l" t="t" r="r" b="b"/>
              <a:pathLst>
                <a:path w="15634588" h="15615031">
                  <a:moveTo>
                    <a:pt x="0" y="0"/>
                  </a:moveTo>
                  <a:lnTo>
                    <a:pt x="15634588" y="0"/>
                  </a:lnTo>
                  <a:lnTo>
                    <a:pt x="15634588" y="15615031"/>
                  </a:lnTo>
                  <a:lnTo>
                    <a:pt x="0" y="156150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" r="-2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2693905" y="-506495"/>
            <a:ext cx="9242590" cy="9242590"/>
          </a:xfrm>
          <a:custGeom>
            <a:avLst/>
            <a:gdLst/>
            <a:ahLst/>
            <a:cxnLst/>
            <a:rect l="l" t="t" r="r" b="b"/>
            <a:pathLst>
              <a:path w="11553237" h="11553237">
                <a:moveTo>
                  <a:pt x="0" y="0"/>
                </a:moveTo>
                <a:lnTo>
                  <a:pt x="11553237" y="0"/>
                </a:lnTo>
                <a:lnTo>
                  <a:pt x="11553237" y="11553237"/>
                </a:lnTo>
                <a:lnTo>
                  <a:pt x="0" y="115532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1196602" y="2169049"/>
            <a:ext cx="3346018" cy="4780026"/>
            <a:chOff x="0" y="0"/>
            <a:chExt cx="5576697" cy="7966710"/>
          </a:xfrm>
        </p:grpSpPr>
        <p:sp>
          <p:nvSpPr>
            <p:cNvPr id="7" name="Freeform 7"/>
            <p:cNvSpPr/>
            <p:nvPr/>
          </p:nvSpPr>
          <p:spPr>
            <a:xfrm flipH="1">
              <a:off x="0" y="0"/>
              <a:ext cx="5576697" cy="7966710"/>
            </a:xfrm>
            <a:custGeom>
              <a:avLst/>
              <a:gdLst/>
              <a:ahLst/>
              <a:cxnLst/>
              <a:rect l="l" t="t" r="r" b="b"/>
              <a:pathLst>
                <a:path w="5576697" h="7966710">
                  <a:moveTo>
                    <a:pt x="1274699" y="7966710"/>
                  </a:moveTo>
                  <a:lnTo>
                    <a:pt x="4301998" y="7966710"/>
                  </a:lnTo>
                  <a:cubicBezTo>
                    <a:pt x="5006340" y="7966710"/>
                    <a:pt x="5576697" y="7396353"/>
                    <a:pt x="5576697" y="6692011"/>
                  </a:cubicBezTo>
                  <a:lnTo>
                    <a:pt x="5576697" y="1274699"/>
                  </a:lnTo>
                  <a:cubicBezTo>
                    <a:pt x="5576697" y="570357"/>
                    <a:pt x="5006340" y="0"/>
                    <a:pt x="4301998" y="0"/>
                  </a:cubicBezTo>
                  <a:lnTo>
                    <a:pt x="1274699" y="0"/>
                  </a:lnTo>
                  <a:cubicBezTo>
                    <a:pt x="570357" y="0"/>
                    <a:pt x="0" y="570357"/>
                    <a:pt x="0" y="1274699"/>
                  </a:cubicBezTo>
                  <a:lnTo>
                    <a:pt x="0" y="6692011"/>
                  </a:lnTo>
                  <a:cubicBezTo>
                    <a:pt x="0" y="7396226"/>
                    <a:pt x="570357" y="7966710"/>
                    <a:pt x="1274699" y="7966710"/>
                  </a:cubicBezTo>
                  <a:close/>
                </a:path>
              </a:pathLst>
            </a:custGeom>
            <a:blipFill>
              <a:blip r:embed="rId7"/>
              <a:stretch>
                <a:fillRect l="-3502" r="-3502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11196601" y="2169049"/>
            <a:ext cx="3346018" cy="4780025"/>
          </a:xfrm>
          <a:custGeom>
            <a:avLst/>
            <a:gdLst/>
            <a:ahLst/>
            <a:cxnLst/>
            <a:rect l="l" t="t" r="r" b="b"/>
            <a:pathLst>
              <a:path w="4182522" h="5975031">
                <a:moveTo>
                  <a:pt x="0" y="0"/>
                </a:moveTo>
                <a:lnTo>
                  <a:pt x="4182522" y="0"/>
                </a:lnTo>
                <a:lnTo>
                  <a:pt x="4182522" y="5975031"/>
                </a:lnTo>
                <a:lnTo>
                  <a:pt x="0" y="59750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45" r="-45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127873" y="-201060"/>
            <a:ext cx="12374654" cy="998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88"/>
              </a:lnSpc>
            </a:pPr>
            <a:r>
              <a:rPr lang="en-US" sz="5920" u="sng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Challenges Faced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59109" y="1424032"/>
            <a:ext cx="11621359" cy="448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3608" lvl="3" indent="-180902">
              <a:lnSpc>
                <a:spcPts val="3710"/>
              </a:lnSpc>
              <a:buFont typeface="Arial"/>
              <a:buChar char="￭"/>
            </a:pPr>
            <a:r>
              <a:rPr lang="en-IN" sz="2800" dirty="0"/>
              <a:t>Understanding OOP Concepts (Object-Oriented Programming)</a:t>
            </a:r>
            <a:endParaRPr lang="en-US" sz="264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63125" y="2587539"/>
            <a:ext cx="9521457" cy="448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6312" lvl="3" indent="-179078">
              <a:lnSpc>
                <a:spcPts val="3673"/>
              </a:lnSpc>
              <a:buFont typeface="Arial"/>
              <a:buChar char="￭"/>
            </a:pPr>
            <a:r>
              <a:rPr lang="en-IN" sz="2800" dirty="0"/>
              <a:t>Problem-Solving and Logical Thinking.</a:t>
            </a:r>
            <a:endParaRPr lang="en-US" sz="2623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363125" y="3466312"/>
            <a:ext cx="10979620" cy="448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5227" lvl="3" indent="-181307">
              <a:lnSpc>
                <a:spcPts val="3718"/>
              </a:lnSpc>
              <a:buFont typeface="Arial"/>
              <a:buChar char="￭"/>
            </a:pPr>
            <a:r>
              <a:rPr lang="en-US" sz="2800" dirty="0"/>
              <a:t>Managing time effectively to balance learning new concepts.</a:t>
            </a:r>
            <a:endParaRPr lang="en-US" sz="2656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63125" y="4606766"/>
            <a:ext cx="10410005" cy="448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3069" lvl="3" indent="-180767">
              <a:lnSpc>
                <a:spcPts val="3707"/>
              </a:lnSpc>
              <a:buFont typeface="Arial"/>
              <a:buChar char="￭"/>
            </a:pPr>
            <a:r>
              <a:rPr lang="en-IN" sz="2800" dirty="0"/>
              <a:t>Understanding Real-World Application Structure</a:t>
            </a:r>
            <a:endParaRPr lang="en-US" sz="2648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63125" y="5716860"/>
            <a:ext cx="10274915" cy="922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1341" lvl="3" indent="-180335">
              <a:lnSpc>
                <a:spcPts val="3698"/>
              </a:lnSpc>
              <a:buFont typeface="Arial"/>
              <a:buChar char="￭"/>
            </a:pPr>
            <a:r>
              <a:rPr lang="en-US" sz="2800" dirty="0"/>
              <a:t>Difficulty in reading and understanding stack traces to fix problems. </a:t>
            </a:r>
            <a:endParaRPr lang="en-US" sz="2642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55994" y="-1344407"/>
            <a:ext cx="10918413" cy="10918413"/>
          </a:xfrm>
          <a:custGeom>
            <a:avLst/>
            <a:gdLst/>
            <a:ahLst/>
            <a:cxnLst/>
            <a:rect l="l" t="t" r="r" b="b"/>
            <a:pathLst>
              <a:path w="13648016" h="13648016">
                <a:moveTo>
                  <a:pt x="0" y="0"/>
                </a:moveTo>
                <a:lnTo>
                  <a:pt x="13648016" y="0"/>
                </a:lnTo>
                <a:lnTo>
                  <a:pt x="13648016" y="13648016"/>
                </a:lnTo>
                <a:lnTo>
                  <a:pt x="0" y="136480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912615" y="-131564"/>
            <a:ext cx="9380753" cy="9369018"/>
            <a:chOff x="0" y="0"/>
            <a:chExt cx="15634588" cy="1561503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634588" cy="15615031"/>
            </a:xfrm>
            <a:custGeom>
              <a:avLst/>
              <a:gdLst/>
              <a:ahLst/>
              <a:cxnLst/>
              <a:rect l="l" t="t" r="r" b="b"/>
              <a:pathLst>
                <a:path w="15634588" h="15615031">
                  <a:moveTo>
                    <a:pt x="0" y="0"/>
                  </a:moveTo>
                  <a:lnTo>
                    <a:pt x="15634588" y="0"/>
                  </a:lnTo>
                  <a:lnTo>
                    <a:pt x="15634588" y="15615031"/>
                  </a:lnTo>
                  <a:lnTo>
                    <a:pt x="0" y="156150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" r="-2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2693905" y="-506495"/>
            <a:ext cx="9242590" cy="9242590"/>
          </a:xfrm>
          <a:custGeom>
            <a:avLst/>
            <a:gdLst/>
            <a:ahLst/>
            <a:cxnLst/>
            <a:rect l="l" t="t" r="r" b="b"/>
            <a:pathLst>
              <a:path w="11553237" h="11553237">
                <a:moveTo>
                  <a:pt x="0" y="0"/>
                </a:moveTo>
                <a:lnTo>
                  <a:pt x="11553237" y="0"/>
                </a:lnTo>
                <a:lnTo>
                  <a:pt x="11553237" y="11553237"/>
                </a:lnTo>
                <a:lnTo>
                  <a:pt x="0" y="115532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46203" y="784690"/>
            <a:ext cx="9493334" cy="7463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8568" lvl="3" indent="-212142">
              <a:lnSpc>
                <a:spcPts val="4537"/>
              </a:lnSpc>
              <a:buAutoNum type="arabicPeriod"/>
            </a:pPr>
            <a:r>
              <a:rPr lang="en-US" sz="310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dirty="0"/>
              <a:t>This internship provided me with exposure to real-world programming challenges, helping me develop problem-solving skills.</a:t>
            </a:r>
            <a:br>
              <a:rPr lang="en-US" sz="3200" dirty="0"/>
            </a:br>
            <a:br>
              <a:rPr lang="en-US" sz="3200" dirty="0"/>
            </a:br>
            <a:r>
              <a:rPr lang="en-US" sz="3200" dirty="0"/>
              <a:t>2. I gained hands-on skills in OOP , Java Data Types, Control Structures, File I/O.</a:t>
            </a:r>
            <a:br>
              <a:rPr lang="en-US" sz="3200" dirty="0"/>
            </a:br>
            <a:endParaRPr lang="en-US" sz="3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36426" lvl="3">
              <a:lnSpc>
                <a:spcPts val="4537"/>
              </a:lnSpc>
            </a:pPr>
            <a:r>
              <a:rPr lang="en-US" sz="3200" dirty="0"/>
              <a:t>   3. Improved my practical skills in writing efficient and well-structured Java programs.</a:t>
            </a:r>
            <a:br>
              <a:rPr lang="en-US" sz="3200" dirty="0"/>
            </a:br>
            <a:r>
              <a:rPr lang="en-US" sz="3200" dirty="0"/>
              <a:t> </a:t>
            </a:r>
            <a:br>
              <a:rPr lang="en-US" sz="3200" dirty="0"/>
            </a:br>
            <a:r>
              <a:rPr lang="en-US" sz="3200" dirty="0"/>
              <a:t>   4. Boosted my confidence for a career in software development, giving me a solid foundation in Java Core concepts.</a:t>
            </a:r>
            <a:endParaRPr lang="en-US" sz="3107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9810615" y="1304103"/>
            <a:ext cx="4959934" cy="5460187"/>
            <a:chOff x="0" y="0"/>
            <a:chExt cx="8266557" cy="910031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266557" cy="9100312"/>
            </a:xfrm>
            <a:custGeom>
              <a:avLst/>
              <a:gdLst/>
              <a:ahLst/>
              <a:cxnLst/>
              <a:rect l="l" t="t" r="r" b="b"/>
              <a:pathLst>
                <a:path w="8266557" h="9100312">
                  <a:moveTo>
                    <a:pt x="8262620" y="8053070"/>
                  </a:moveTo>
                  <a:cubicBezTo>
                    <a:pt x="8258175" y="5780151"/>
                    <a:pt x="8205215" y="2707513"/>
                    <a:pt x="8205215" y="440309"/>
                  </a:cubicBezTo>
                  <a:cubicBezTo>
                    <a:pt x="8205215" y="405765"/>
                    <a:pt x="8209661" y="371221"/>
                    <a:pt x="8209661" y="342519"/>
                  </a:cubicBezTo>
                  <a:cubicBezTo>
                    <a:pt x="8205215" y="336804"/>
                    <a:pt x="8200771" y="336804"/>
                    <a:pt x="8196452" y="330962"/>
                  </a:cubicBezTo>
                  <a:cubicBezTo>
                    <a:pt x="8196452" y="330962"/>
                    <a:pt x="8192008" y="336677"/>
                    <a:pt x="8192008" y="342519"/>
                  </a:cubicBezTo>
                  <a:cubicBezTo>
                    <a:pt x="8183118" y="371348"/>
                    <a:pt x="8165464" y="371348"/>
                    <a:pt x="8147812" y="371348"/>
                  </a:cubicBezTo>
                  <a:cubicBezTo>
                    <a:pt x="8125713" y="365633"/>
                    <a:pt x="8103615" y="336804"/>
                    <a:pt x="8077200" y="348361"/>
                  </a:cubicBezTo>
                  <a:cubicBezTo>
                    <a:pt x="8068310" y="354076"/>
                    <a:pt x="8050657" y="342646"/>
                    <a:pt x="8046338" y="331089"/>
                  </a:cubicBezTo>
                  <a:cubicBezTo>
                    <a:pt x="8033131" y="308102"/>
                    <a:pt x="8015477" y="308102"/>
                    <a:pt x="7997825" y="319532"/>
                  </a:cubicBezTo>
                  <a:cubicBezTo>
                    <a:pt x="7988935" y="325247"/>
                    <a:pt x="7980172" y="319532"/>
                    <a:pt x="7971282" y="319532"/>
                  </a:cubicBezTo>
                  <a:cubicBezTo>
                    <a:pt x="7958074" y="319532"/>
                    <a:pt x="7940421" y="313817"/>
                    <a:pt x="7927086" y="307975"/>
                  </a:cubicBezTo>
                  <a:cubicBezTo>
                    <a:pt x="7922640" y="307975"/>
                    <a:pt x="7913877" y="302260"/>
                    <a:pt x="7909433" y="302260"/>
                  </a:cubicBezTo>
                  <a:cubicBezTo>
                    <a:pt x="7896225" y="296545"/>
                    <a:pt x="7882889" y="279273"/>
                    <a:pt x="7869682" y="302260"/>
                  </a:cubicBezTo>
                  <a:cubicBezTo>
                    <a:pt x="7869682" y="302260"/>
                    <a:pt x="7860792" y="302260"/>
                    <a:pt x="7856474" y="296545"/>
                  </a:cubicBezTo>
                  <a:cubicBezTo>
                    <a:pt x="7852028" y="284988"/>
                    <a:pt x="7847584" y="267716"/>
                    <a:pt x="7843265" y="256286"/>
                  </a:cubicBezTo>
                  <a:cubicBezTo>
                    <a:pt x="7834376" y="239014"/>
                    <a:pt x="7834376" y="210312"/>
                    <a:pt x="7821168" y="198755"/>
                  </a:cubicBezTo>
                  <a:cubicBezTo>
                    <a:pt x="7812277" y="193040"/>
                    <a:pt x="7807960" y="187198"/>
                    <a:pt x="7803514" y="175768"/>
                  </a:cubicBezTo>
                  <a:cubicBezTo>
                    <a:pt x="7803514" y="170053"/>
                    <a:pt x="7794625" y="164211"/>
                    <a:pt x="7794625" y="158496"/>
                  </a:cubicBezTo>
                  <a:lnTo>
                    <a:pt x="7781417" y="141224"/>
                  </a:lnTo>
                  <a:cubicBezTo>
                    <a:pt x="7776972" y="129667"/>
                    <a:pt x="7772526" y="112395"/>
                    <a:pt x="7763763" y="106680"/>
                  </a:cubicBezTo>
                  <a:cubicBezTo>
                    <a:pt x="7746111" y="89408"/>
                    <a:pt x="7741665" y="66421"/>
                    <a:pt x="7750556" y="37592"/>
                  </a:cubicBezTo>
                  <a:cubicBezTo>
                    <a:pt x="7737348" y="31877"/>
                    <a:pt x="7728458" y="20320"/>
                    <a:pt x="7715250" y="20320"/>
                  </a:cubicBezTo>
                  <a:cubicBezTo>
                    <a:pt x="7662290" y="26035"/>
                    <a:pt x="7604887" y="37592"/>
                    <a:pt x="7551801" y="43307"/>
                  </a:cubicBezTo>
                  <a:cubicBezTo>
                    <a:pt x="7542911" y="43307"/>
                    <a:pt x="7529702" y="49022"/>
                    <a:pt x="7525258" y="54864"/>
                  </a:cubicBezTo>
                  <a:cubicBezTo>
                    <a:pt x="7489951" y="83693"/>
                    <a:pt x="7454646" y="60579"/>
                    <a:pt x="7419213" y="54864"/>
                  </a:cubicBezTo>
                  <a:cubicBezTo>
                    <a:pt x="7392670" y="54864"/>
                    <a:pt x="7366253" y="37592"/>
                    <a:pt x="7339711" y="31877"/>
                  </a:cubicBezTo>
                  <a:cubicBezTo>
                    <a:pt x="7308850" y="26162"/>
                    <a:pt x="7282307" y="31877"/>
                    <a:pt x="7251446" y="26162"/>
                  </a:cubicBezTo>
                  <a:cubicBezTo>
                    <a:pt x="7247001" y="26162"/>
                    <a:pt x="7242556" y="20447"/>
                    <a:pt x="7238238" y="14605"/>
                  </a:cubicBezTo>
                  <a:cubicBezTo>
                    <a:pt x="7229348" y="0"/>
                    <a:pt x="7211695" y="4445"/>
                    <a:pt x="7202932" y="8890"/>
                  </a:cubicBezTo>
                  <a:cubicBezTo>
                    <a:pt x="7189724" y="20447"/>
                    <a:pt x="7185278" y="37719"/>
                    <a:pt x="7176388" y="54864"/>
                  </a:cubicBezTo>
                  <a:cubicBezTo>
                    <a:pt x="7154290" y="60579"/>
                    <a:pt x="7123430" y="66421"/>
                    <a:pt x="7101332" y="83693"/>
                  </a:cubicBezTo>
                  <a:cubicBezTo>
                    <a:pt x="7083678" y="95250"/>
                    <a:pt x="7074789" y="100965"/>
                    <a:pt x="7061581" y="89408"/>
                  </a:cubicBezTo>
                  <a:lnTo>
                    <a:pt x="7057136" y="95123"/>
                  </a:lnTo>
                  <a:cubicBezTo>
                    <a:pt x="7066026" y="106680"/>
                    <a:pt x="7070344" y="123952"/>
                    <a:pt x="7079234" y="135382"/>
                  </a:cubicBezTo>
                  <a:cubicBezTo>
                    <a:pt x="7066026" y="141097"/>
                    <a:pt x="7048373" y="152654"/>
                    <a:pt x="7039483" y="146939"/>
                  </a:cubicBezTo>
                  <a:cubicBezTo>
                    <a:pt x="7017385" y="141224"/>
                    <a:pt x="7008622" y="152654"/>
                    <a:pt x="6990969" y="164211"/>
                  </a:cubicBezTo>
                  <a:cubicBezTo>
                    <a:pt x="6973315" y="181483"/>
                    <a:pt x="6951218" y="193040"/>
                    <a:pt x="6933564" y="204470"/>
                  </a:cubicBezTo>
                  <a:cubicBezTo>
                    <a:pt x="6929120" y="204470"/>
                    <a:pt x="6924675" y="204470"/>
                    <a:pt x="6920357" y="198755"/>
                  </a:cubicBezTo>
                  <a:cubicBezTo>
                    <a:pt x="6915912" y="198755"/>
                    <a:pt x="6911467" y="193040"/>
                    <a:pt x="6911467" y="193040"/>
                  </a:cubicBezTo>
                  <a:cubicBezTo>
                    <a:pt x="6889369" y="204597"/>
                    <a:pt x="6867271" y="216027"/>
                    <a:pt x="6845173" y="204597"/>
                  </a:cubicBezTo>
                  <a:cubicBezTo>
                    <a:pt x="6840727" y="204597"/>
                    <a:pt x="6840727" y="210312"/>
                    <a:pt x="6836283" y="210312"/>
                  </a:cubicBezTo>
                  <a:cubicBezTo>
                    <a:pt x="6809739" y="221869"/>
                    <a:pt x="6792087" y="262128"/>
                    <a:pt x="6756781" y="262128"/>
                  </a:cubicBezTo>
                  <a:cubicBezTo>
                    <a:pt x="6730238" y="262128"/>
                    <a:pt x="6703822" y="290957"/>
                    <a:pt x="6677278" y="290957"/>
                  </a:cubicBezTo>
                  <a:cubicBezTo>
                    <a:pt x="6646418" y="296672"/>
                    <a:pt x="6619875" y="308229"/>
                    <a:pt x="6593332" y="325501"/>
                  </a:cubicBezTo>
                  <a:cubicBezTo>
                    <a:pt x="6584442" y="331216"/>
                    <a:pt x="6575678" y="331216"/>
                    <a:pt x="6571234" y="331216"/>
                  </a:cubicBezTo>
                  <a:cubicBezTo>
                    <a:pt x="6549136" y="319659"/>
                    <a:pt x="6535927" y="336931"/>
                    <a:pt x="6527038" y="354203"/>
                  </a:cubicBezTo>
                  <a:cubicBezTo>
                    <a:pt x="6504939" y="394462"/>
                    <a:pt x="6469634" y="406019"/>
                    <a:pt x="6438773" y="417449"/>
                  </a:cubicBezTo>
                  <a:cubicBezTo>
                    <a:pt x="6399022" y="429006"/>
                    <a:pt x="6359271" y="434721"/>
                    <a:pt x="6319520" y="440436"/>
                  </a:cubicBezTo>
                  <a:cubicBezTo>
                    <a:pt x="6315075" y="440436"/>
                    <a:pt x="6310630" y="457708"/>
                    <a:pt x="6301867" y="463423"/>
                  </a:cubicBezTo>
                  <a:cubicBezTo>
                    <a:pt x="6297422" y="463423"/>
                    <a:pt x="6292977" y="457708"/>
                    <a:pt x="6292977" y="457708"/>
                  </a:cubicBezTo>
                  <a:cubicBezTo>
                    <a:pt x="6270879" y="492252"/>
                    <a:pt x="6257671" y="544068"/>
                    <a:pt x="6213475" y="538226"/>
                  </a:cubicBezTo>
                  <a:lnTo>
                    <a:pt x="6209030" y="538226"/>
                  </a:lnTo>
                  <a:cubicBezTo>
                    <a:pt x="6173724" y="567055"/>
                    <a:pt x="6138418" y="555498"/>
                    <a:pt x="6107430" y="543941"/>
                  </a:cubicBezTo>
                  <a:cubicBezTo>
                    <a:pt x="6098540" y="543941"/>
                    <a:pt x="6085332" y="532384"/>
                    <a:pt x="6080887" y="520954"/>
                  </a:cubicBezTo>
                  <a:cubicBezTo>
                    <a:pt x="6067679" y="486410"/>
                    <a:pt x="6032373" y="474980"/>
                    <a:pt x="6005830" y="486410"/>
                  </a:cubicBezTo>
                  <a:cubicBezTo>
                    <a:pt x="5983732" y="497967"/>
                    <a:pt x="5961634" y="503682"/>
                    <a:pt x="5939536" y="515239"/>
                  </a:cubicBezTo>
                  <a:cubicBezTo>
                    <a:pt x="5904230" y="526796"/>
                    <a:pt x="5873242" y="532511"/>
                    <a:pt x="5837936" y="509524"/>
                  </a:cubicBezTo>
                  <a:cubicBezTo>
                    <a:pt x="5802630" y="486537"/>
                    <a:pt x="5776087" y="503809"/>
                    <a:pt x="5758434" y="555498"/>
                  </a:cubicBezTo>
                  <a:cubicBezTo>
                    <a:pt x="5745226" y="590042"/>
                    <a:pt x="5709920" y="595757"/>
                    <a:pt x="5687822" y="567055"/>
                  </a:cubicBezTo>
                  <a:cubicBezTo>
                    <a:pt x="5674614" y="549783"/>
                    <a:pt x="5665724" y="555498"/>
                    <a:pt x="5652516" y="567055"/>
                  </a:cubicBezTo>
                  <a:lnTo>
                    <a:pt x="5626100" y="601345"/>
                  </a:lnTo>
                  <a:cubicBezTo>
                    <a:pt x="5621655" y="607060"/>
                    <a:pt x="5612892" y="607060"/>
                    <a:pt x="5608447" y="607060"/>
                  </a:cubicBezTo>
                  <a:lnTo>
                    <a:pt x="5581904" y="607060"/>
                  </a:lnTo>
                  <a:cubicBezTo>
                    <a:pt x="5564251" y="607060"/>
                    <a:pt x="5546598" y="601345"/>
                    <a:pt x="5528945" y="595503"/>
                  </a:cubicBezTo>
                  <a:cubicBezTo>
                    <a:pt x="5506847" y="589788"/>
                    <a:pt x="5489194" y="572516"/>
                    <a:pt x="5467096" y="566674"/>
                  </a:cubicBezTo>
                  <a:cubicBezTo>
                    <a:pt x="5431790" y="560959"/>
                    <a:pt x="5422900" y="520700"/>
                    <a:pt x="5409692" y="491871"/>
                  </a:cubicBezTo>
                  <a:cubicBezTo>
                    <a:pt x="5400802" y="474599"/>
                    <a:pt x="5383149" y="451612"/>
                    <a:pt x="5365496" y="457327"/>
                  </a:cubicBezTo>
                  <a:cubicBezTo>
                    <a:pt x="5347843" y="468884"/>
                    <a:pt x="5330190" y="457327"/>
                    <a:pt x="5316982" y="451612"/>
                  </a:cubicBezTo>
                  <a:cubicBezTo>
                    <a:pt x="5312537" y="451612"/>
                    <a:pt x="5303774" y="445897"/>
                    <a:pt x="5299329" y="445897"/>
                  </a:cubicBezTo>
                  <a:cubicBezTo>
                    <a:pt x="5268468" y="434340"/>
                    <a:pt x="5246370" y="457454"/>
                    <a:pt x="5224272" y="486156"/>
                  </a:cubicBezTo>
                  <a:lnTo>
                    <a:pt x="5206619" y="509143"/>
                  </a:lnTo>
                  <a:cubicBezTo>
                    <a:pt x="5202174" y="514858"/>
                    <a:pt x="5202174" y="526415"/>
                    <a:pt x="5197729" y="532130"/>
                  </a:cubicBezTo>
                  <a:cubicBezTo>
                    <a:pt x="5171186" y="560959"/>
                    <a:pt x="5144770" y="549402"/>
                    <a:pt x="5113782" y="532130"/>
                  </a:cubicBezTo>
                  <a:cubicBezTo>
                    <a:pt x="5087239" y="514858"/>
                    <a:pt x="5056378" y="532130"/>
                    <a:pt x="5047488" y="566674"/>
                  </a:cubicBezTo>
                  <a:cubicBezTo>
                    <a:pt x="5043043" y="589661"/>
                    <a:pt x="5038598" y="606933"/>
                    <a:pt x="5016627" y="618490"/>
                  </a:cubicBezTo>
                  <a:cubicBezTo>
                    <a:pt x="4994529" y="635762"/>
                    <a:pt x="4968113" y="647319"/>
                    <a:pt x="4963668" y="687578"/>
                  </a:cubicBezTo>
                  <a:cubicBezTo>
                    <a:pt x="4963668" y="693293"/>
                    <a:pt x="4959223" y="699135"/>
                    <a:pt x="4954778" y="699135"/>
                  </a:cubicBezTo>
                  <a:cubicBezTo>
                    <a:pt x="4941570" y="704850"/>
                    <a:pt x="4932680" y="710692"/>
                    <a:pt x="4919472" y="716407"/>
                  </a:cubicBezTo>
                  <a:lnTo>
                    <a:pt x="4879721" y="716407"/>
                  </a:lnTo>
                  <a:cubicBezTo>
                    <a:pt x="4853178" y="710692"/>
                    <a:pt x="4826762" y="699135"/>
                    <a:pt x="4800219" y="693420"/>
                  </a:cubicBezTo>
                  <a:cubicBezTo>
                    <a:pt x="4769358" y="687705"/>
                    <a:pt x="4742815" y="710692"/>
                    <a:pt x="4711954" y="716407"/>
                  </a:cubicBezTo>
                  <a:lnTo>
                    <a:pt x="4707509" y="722122"/>
                  </a:lnTo>
                  <a:cubicBezTo>
                    <a:pt x="4698619" y="739394"/>
                    <a:pt x="4685411" y="733679"/>
                    <a:pt x="4676648" y="722122"/>
                  </a:cubicBezTo>
                  <a:cubicBezTo>
                    <a:pt x="4658995" y="699135"/>
                    <a:pt x="4628134" y="693293"/>
                    <a:pt x="4606036" y="704850"/>
                  </a:cubicBezTo>
                  <a:cubicBezTo>
                    <a:pt x="4579493" y="722122"/>
                    <a:pt x="4553077" y="733679"/>
                    <a:pt x="4526534" y="745109"/>
                  </a:cubicBezTo>
                  <a:cubicBezTo>
                    <a:pt x="4517644" y="745109"/>
                    <a:pt x="4508881" y="739394"/>
                    <a:pt x="4504436" y="739394"/>
                  </a:cubicBezTo>
                  <a:cubicBezTo>
                    <a:pt x="4495546" y="739394"/>
                    <a:pt x="4482338" y="733679"/>
                    <a:pt x="4477893" y="739394"/>
                  </a:cubicBezTo>
                  <a:cubicBezTo>
                    <a:pt x="4442587" y="773938"/>
                    <a:pt x="4407281" y="762381"/>
                    <a:pt x="4376293" y="739394"/>
                  </a:cubicBezTo>
                  <a:cubicBezTo>
                    <a:pt x="4358640" y="727837"/>
                    <a:pt x="4332097" y="716407"/>
                    <a:pt x="4323334" y="681863"/>
                  </a:cubicBezTo>
                  <a:cubicBezTo>
                    <a:pt x="4318889" y="658876"/>
                    <a:pt x="4301236" y="635889"/>
                    <a:pt x="4288028" y="618617"/>
                  </a:cubicBezTo>
                  <a:cubicBezTo>
                    <a:pt x="4265930" y="589788"/>
                    <a:pt x="4243832" y="549529"/>
                    <a:pt x="4204081" y="549529"/>
                  </a:cubicBezTo>
                  <a:cubicBezTo>
                    <a:pt x="4195191" y="549529"/>
                    <a:pt x="4186428" y="526542"/>
                    <a:pt x="4181983" y="532257"/>
                  </a:cubicBezTo>
                  <a:cubicBezTo>
                    <a:pt x="4164330" y="537972"/>
                    <a:pt x="4164330" y="526542"/>
                    <a:pt x="4155440" y="514985"/>
                  </a:cubicBezTo>
                  <a:cubicBezTo>
                    <a:pt x="4146550" y="503428"/>
                    <a:pt x="4133342" y="491998"/>
                    <a:pt x="4124579" y="474726"/>
                  </a:cubicBezTo>
                  <a:cubicBezTo>
                    <a:pt x="4111371" y="451739"/>
                    <a:pt x="4098036" y="422910"/>
                    <a:pt x="4084828" y="399923"/>
                  </a:cubicBezTo>
                  <a:cubicBezTo>
                    <a:pt x="4071620" y="376936"/>
                    <a:pt x="4062730" y="348107"/>
                    <a:pt x="4049522" y="325120"/>
                  </a:cubicBezTo>
                  <a:cubicBezTo>
                    <a:pt x="4045077" y="319405"/>
                    <a:pt x="4031869" y="313563"/>
                    <a:pt x="4027424" y="319405"/>
                  </a:cubicBezTo>
                  <a:lnTo>
                    <a:pt x="3974465" y="353949"/>
                  </a:lnTo>
                  <a:cubicBezTo>
                    <a:pt x="3965575" y="359664"/>
                    <a:pt x="3961257" y="371221"/>
                    <a:pt x="3956812" y="382778"/>
                  </a:cubicBezTo>
                  <a:lnTo>
                    <a:pt x="3952367" y="377063"/>
                  </a:lnTo>
                  <a:cubicBezTo>
                    <a:pt x="3956812" y="359791"/>
                    <a:pt x="3961257" y="342519"/>
                    <a:pt x="3965575" y="336804"/>
                  </a:cubicBezTo>
                  <a:lnTo>
                    <a:pt x="3912616" y="319532"/>
                  </a:lnTo>
                  <a:cubicBezTo>
                    <a:pt x="3899408" y="313817"/>
                    <a:pt x="3877310" y="313817"/>
                    <a:pt x="3868420" y="313817"/>
                  </a:cubicBezTo>
                  <a:lnTo>
                    <a:pt x="3797808" y="313817"/>
                  </a:lnTo>
                  <a:cubicBezTo>
                    <a:pt x="3771265" y="313817"/>
                    <a:pt x="3749294" y="308102"/>
                    <a:pt x="3722751" y="313817"/>
                  </a:cubicBezTo>
                  <a:cubicBezTo>
                    <a:pt x="3705098" y="319532"/>
                    <a:pt x="3691890" y="308102"/>
                    <a:pt x="3678555" y="296545"/>
                  </a:cubicBezTo>
                  <a:cubicBezTo>
                    <a:pt x="3643249" y="262001"/>
                    <a:pt x="3607943" y="221742"/>
                    <a:pt x="3559302" y="239014"/>
                  </a:cubicBezTo>
                  <a:cubicBezTo>
                    <a:pt x="3554857" y="239014"/>
                    <a:pt x="3546094" y="233299"/>
                    <a:pt x="3541649" y="227457"/>
                  </a:cubicBezTo>
                  <a:cubicBezTo>
                    <a:pt x="3528441" y="221742"/>
                    <a:pt x="3519551" y="210185"/>
                    <a:pt x="3501898" y="198628"/>
                  </a:cubicBezTo>
                  <a:cubicBezTo>
                    <a:pt x="3501898" y="215900"/>
                    <a:pt x="3501898" y="221615"/>
                    <a:pt x="3506343" y="233172"/>
                  </a:cubicBezTo>
                  <a:cubicBezTo>
                    <a:pt x="3497453" y="244729"/>
                    <a:pt x="3493135" y="238887"/>
                    <a:pt x="3488690" y="233172"/>
                  </a:cubicBezTo>
                  <a:cubicBezTo>
                    <a:pt x="3484245" y="238887"/>
                    <a:pt x="3479800" y="250444"/>
                    <a:pt x="3475482" y="250444"/>
                  </a:cubicBezTo>
                  <a:cubicBezTo>
                    <a:pt x="3453384" y="262001"/>
                    <a:pt x="3431286" y="267716"/>
                    <a:pt x="3409188" y="279273"/>
                  </a:cubicBezTo>
                  <a:cubicBezTo>
                    <a:pt x="3400298" y="284988"/>
                    <a:pt x="3391535" y="290830"/>
                    <a:pt x="3387090" y="296545"/>
                  </a:cubicBezTo>
                  <a:cubicBezTo>
                    <a:pt x="3369437" y="313817"/>
                    <a:pt x="3356229" y="342519"/>
                    <a:pt x="3325241" y="336804"/>
                  </a:cubicBezTo>
                  <a:cubicBezTo>
                    <a:pt x="3320796" y="336804"/>
                    <a:pt x="3312033" y="348361"/>
                    <a:pt x="3303143" y="348361"/>
                  </a:cubicBezTo>
                  <a:cubicBezTo>
                    <a:pt x="3294253" y="354076"/>
                    <a:pt x="3281045" y="354076"/>
                    <a:pt x="3272282" y="359918"/>
                  </a:cubicBezTo>
                  <a:lnTo>
                    <a:pt x="3263392" y="359918"/>
                  </a:lnTo>
                  <a:cubicBezTo>
                    <a:pt x="3236849" y="371475"/>
                    <a:pt x="3214878" y="382905"/>
                    <a:pt x="3188335" y="388747"/>
                  </a:cubicBezTo>
                  <a:lnTo>
                    <a:pt x="3170682" y="388747"/>
                  </a:lnTo>
                  <a:cubicBezTo>
                    <a:pt x="3148584" y="388747"/>
                    <a:pt x="3130931" y="383032"/>
                    <a:pt x="3108833" y="383032"/>
                  </a:cubicBezTo>
                  <a:cubicBezTo>
                    <a:pt x="3086735" y="383032"/>
                    <a:pt x="3064637" y="394589"/>
                    <a:pt x="3042539" y="394589"/>
                  </a:cubicBezTo>
                  <a:cubicBezTo>
                    <a:pt x="3015996" y="394589"/>
                    <a:pt x="2985135" y="394589"/>
                    <a:pt x="2963037" y="371602"/>
                  </a:cubicBezTo>
                  <a:cubicBezTo>
                    <a:pt x="2958592" y="365887"/>
                    <a:pt x="2945384" y="365887"/>
                    <a:pt x="2936494" y="371602"/>
                  </a:cubicBezTo>
                  <a:cubicBezTo>
                    <a:pt x="2905633" y="377317"/>
                    <a:pt x="2874645" y="383159"/>
                    <a:pt x="2848229" y="394589"/>
                  </a:cubicBezTo>
                  <a:cubicBezTo>
                    <a:pt x="2821813" y="406019"/>
                    <a:pt x="2808478" y="394589"/>
                    <a:pt x="2799715" y="365760"/>
                  </a:cubicBezTo>
                  <a:cubicBezTo>
                    <a:pt x="2795270" y="354203"/>
                    <a:pt x="2786507" y="342773"/>
                    <a:pt x="2777617" y="331216"/>
                  </a:cubicBezTo>
                  <a:cubicBezTo>
                    <a:pt x="2764409" y="319659"/>
                    <a:pt x="2751074" y="302387"/>
                    <a:pt x="2737866" y="302387"/>
                  </a:cubicBezTo>
                  <a:cubicBezTo>
                    <a:pt x="2707005" y="302387"/>
                    <a:pt x="2689352" y="279400"/>
                    <a:pt x="2667254" y="262128"/>
                  </a:cubicBezTo>
                  <a:cubicBezTo>
                    <a:pt x="2631948" y="233299"/>
                    <a:pt x="2600960" y="198882"/>
                    <a:pt x="2556891" y="204597"/>
                  </a:cubicBezTo>
                  <a:lnTo>
                    <a:pt x="2556891" y="175514"/>
                  </a:lnTo>
                  <a:cubicBezTo>
                    <a:pt x="2565781" y="175514"/>
                    <a:pt x="2574544" y="175514"/>
                    <a:pt x="2583434" y="169799"/>
                  </a:cubicBezTo>
                  <a:cubicBezTo>
                    <a:pt x="2570226" y="158242"/>
                    <a:pt x="2570226" y="140970"/>
                    <a:pt x="2561336" y="129540"/>
                  </a:cubicBezTo>
                  <a:cubicBezTo>
                    <a:pt x="2543683" y="112268"/>
                    <a:pt x="2526030" y="106553"/>
                    <a:pt x="2508377" y="94996"/>
                  </a:cubicBezTo>
                  <a:cubicBezTo>
                    <a:pt x="2495169" y="89281"/>
                    <a:pt x="2477516" y="89281"/>
                    <a:pt x="2486279" y="117983"/>
                  </a:cubicBezTo>
                  <a:cubicBezTo>
                    <a:pt x="2464181" y="123698"/>
                    <a:pt x="2446528" y="123698"/>
                    <a:pt x="2437765" y="135255"/>
                  </a:cubicBezTo>
                  <a:cubicBezTo>
                    <a:pt x="2420112" y="152527"/>
                    <a:pt x="2402459" y="140970"/>
                    <a:pt x="2389251" y="129540"/>
                  </a:cubicBezTo>
                  <a:cubicBezTo>
                    <a:pt x="2380361" y="123825"/>
                    <a:pt x="2371598" y="117983"/>
                    <a:pt x="2362708" y="123825"/>
                  </a:cubicBezTo>
                  <a:cubicBezTo>
                    <a:pt x="2309749" y="158369"/>
                    <a:pt x="2256663" y="141097"/>
                    <a:pt x="2203704" y="141097"/>
                  </a:cubicBezTo>
                  <a:cubicBezTo>
                    <a:pt x="2194814" y="141097"/>
                    <a:pt x="2186051" y="135382"/>
                    <a:pt x="2172843" y="135382"/>
                  </a:cubicBezTo>
                  <a:cubicBezTo>
                    <a:pt x="2155190" y="129667"/>
                    <a:pt x="2141982" y="118110"/>
                    <a:pt x="2124329" y="112395"/>
                  </a:cubicBezTo>
                  <a:cubicBezTo>
                    <a:pt x="2106676" y="106680"/>
                    <a:pt x="2084578" y="100838"/>
                    <a:pt x="2066925" y="95123"/>
                  </a:cubicBezTo>
                  <a:lnTo>
                    <a:pt x="2053717" y="95123"/>
                  </a:lnTo>
                  <a:cubicBezTo>
                    <a:pt x="2022856" y="95123"/>
                    <a:pt x="1991868" y="100838"/>
                    <a:pt x="1965452" y="100838"/>
                  </a:cubicBezTo>
                  <a:cubicBezTo>
                    <a:pt x="1943354" y="100838"/>
                    <a:pt x="1921256" y="89281"/>
                    <a:pt x="1894840" y="83566"/>
                  </a:cubicBezTo>
                  <a:cubicBezTo>
                    <a:pt x="1890395" y="37592"/>
                    <a:pt x="1855089" y="49022"/>
                    <a:pt x="1832991" y="26035"/>
                  </a:cubicBezTo>
                  <a:cubicBezTo>
                    <a:pt x="1828546" y="20320"/>
                    <a:pt x="1819783" y="26035"/>
                    <a:pt x="1815338" y="26035"/>
                  </a:cubicBezTo>
                  <a:cubicBezTo>
                    <a:pt x="1788795" y="20320"/>
                    <a:pt x="1771142" y="37592"/>
                    <a:pt x="1762379" y="66294"/>
                  </a:cubicBezTo>
                  <a:cubicBezTo>
                    <a:pt x="1749171" y="95123"/>
                    <a:pt x="1713865" y="106553"/>
                    <a:pt x="1727073" y="152654"/>
                  </a:cubicBezTo>
                  <a:cubicBezTo>
                    <a:pt x="1731518" y="158369"/>
                    <a:pt x="1740281" y="164211"/>
                    <a:pt x="1744726" y="175641"/>
                  </a:cubicBezTo>
                  <a:cubicBezTo>
                    <a:pt x="1744726" y="192913"/>
                    <a:pt x="1740281" y="204470"/>
                    <a:pt x="1727073" y="198628"/>
                  </a:cubicBezTo>
                  <a:cubicBezTo>
                    <a:pt x="1722628" y="198628"/>
                    <a:pt x="1718183" y="210185"/>
                    <a:pt x="1713865" y="215900"/>
                  </a:cubicBezTo>
                  <a:cubicBezTo>
                    <a:pt x="1709547" y="221615"/>
                    <a:pt x="1709420" y="233172"/>
                    <a:pt x="1704975" y="233172"/>
                  </a:cubicBezTo>
                  <a:cubicBezTo>
                    <a:pt x="1678432" y="244729"/>
                    <a:pt x="1660779" y="273431"/>
                    <a:pt x="1629918" y="267716"/>
                  </a:cubicBezTo>
                  <a:lnTo>
                    <a:pt x="1621028" y="267716"/>
                  </a:lnTo>
                  <a:cubicBezTo>
                    <a:pt x="1594485" y="296545"/>
                    <a:pt x="1568069" y="290703"/>
                    <a:pt x="1537081" y="284988"/>
                  </a:cubicBezTo>
                  <a:cubicBezTo>
                    <a:pt x="1523873" y="279273"/>
                    <a:pt x="1506220" y="284988"/>
                    <a:pt x="1488567" y="284988"/>
                  </a:cubicBezTo>
                  <a:cubicBezTo>
                    <a:pt x="1475359" y="284988"/>
                    <a:pt x="1462024" y="284988"/>
                    <a:pt x="1448816" y="273431"/>
                  </a:cubicBezTo>
                  <a:cubicBezTo>
                    <a:pt x="1431163" y="261874"/>
                    <a:pt x="1413510" y="244602"/>
                    <a:pt x="1395857" y="233172"/>
                  </a:cubicBezTo>
                  <a:cubicBezTo>
                    <a:pt x="1378204" y="221742"/>
                    <a:pt x="1356106" y="221615"/>
                    <a:pt x="1356106" y="181356"/>
                  </a:cubicBezTo>
                  <a:cubicBezTo>
                    <a:pt x="1356106" y="175641"/>
                    <a:pt x="1347216" y="169799"/>
                    <a:pt x="1347216" y="164084"/>
                  </a:cubicBezTo>
                  <a:cubicBezTo>
                    <a:pt x="1316355" y="198628"/>
                    <a:pt x="1289812" y="227330"/>
                    <a:pt x="1263269" y="256159"/>
                  </a:cubicBezTo>
                  <a:cubicBezTo>
                    <a:pt x="1250061" y="273431"/>
                    <a:pt x="1232408" y="296418"/>
                    <a:pt x="1241171" y="325247"/>
                  </a:cubicBezTo>
                  <a:cubicBezTo>
                    <a:pt x="1241171" y="330962"/>
                    <a:pt x="1236726" y="336804"/>
                    <a:pt x="1236726" y="342519"/>
                  </a:cubicBezTo>
                  <a:cubicBezTo>
                    <a:pt x="1232281" y="354076"/>
                    <a:pt x="1227836" y="365506"/>
                    <a:pt x="1219073" y="371348"/>
                  </a:cubicBezTo>
                  <a:cubicBezTo>
                    <a:pt x="1210183" y="388620"/>
                    <a:pt x="1201420" y="405892"/>
                    <a:pt x="1192530" y="428879"/>
                  </a:cubicBezTo>
                  <a:lnTo>
                    <a:pt x="1165860" y="463296"/>
                  </a:lnTo>
                  <a:cubicBezTo>
                    <a:pt x="1156970" y="480568"/>
                    <a:pt x="1148207" y="497840"/>
                    <a:pt x="1134999" y="509270"/>
                  </a:cubicBezTo>
                  <a:cubicBezTo>
                    <a:pt x="1104138" y="543814"/>
                    <a:pt x="1073150" y="578358"/>
                    <a:pt x="1037844" y="612902"/>
                  </a:cubicBezTo>
                  <a:cubicBezTo>
                    <a:pt x="1020191" y="635889"/>
                    <a:pt x="998093" y="653161"/>
                    <a:pt x="980440" y="676148"/>
                  </a:cubicBezTo>
                  <a:cubicBezTo>
                    <a:pt x="949579" y="710692"/>
                    <a:pt x="914146" y="739394"/>
                    <a:pt x="896493" y="791210"/>
                  </a:cubicBezTo>
                  <a:cubicBezTo>
                    <a:pt x="896493" y="796925"/>
                    <a:pt x="887603" y="802767"/>
                    <a:pt x="883285" y="808482"/>
                  </a:cubicBezTo>
                  <a:cubicBezTo>
                    <a:pt x="861187" y="831469"/>
                    <a:pt x="825881" y="831469"/>
                    <a:pt x="825881" y="877570"/>
                  </a:cubicBezTo>
                  <a:cubicBezTo>
                    <a:pt x="790575" y="877570"/>
                    <a:pt x="772922" y="912114"/>
                    <a:pt x="755269" y="940816"/>
                  </a:cubicBezTo>
                  <a:cubicBezTo>
                    <a:pt x="742061" y="963803"/>
                    <a:pt x="728726" y="992632"/>
                    <a:pt x="711073" y="1009904"/>
                  </a:cubicBezTo>
                  <a:cubicBezTo>
                    <a:pt x="693420" y="1021461"/>
                    <a:pt x="671322" y="1015619"/>
                    <a:pt x="649224" y="1015619"/>
                  </a:cubicBezTo>
                  <a:cubicBezTo>
                    <a:pt x="640334" y="1015619"/>
                    <a:pt x="631571" y="1015619"/>
                    <a:pt x="631571" y="1021334"/>
                  </a:cubicBezTo>
                  <a:cubicBezTo>
                    <a:pt x="613918" y="1044321"/>
                    <a:pt x="591820" y="1061593"/>
                    <a:pt x="578612" y="1090422"/>
                  </a:cubicBezTo>
                  <a:cubicBezTo>
                    <a:pt x="565404" y="1119251"/>
                    <a:pt x="552069" y="1136396"/>
                    <a:pt x="530098" y="1142238"/>
                  </a:cubicBezTo>
                  <a:cubicBezTo>
                    <a:pt x="508127" y="1148080"/>
                    <a:pt x="485902" y="1176782"/>
                    <a:pt x="455041" y="1159510"/>
                  </a:cubicBezTo>
                  <a:cubicBezTo>
                    <a:pt x="428498" y="1147953"/>
                    <a:pt x="397637" y="1159510"/>
                    <a:pt x="379984" y="1136523"/>
                  </a:cubicBezTo>
                  <a:cubicBezTo>
                    <a:pt x="344678" y="1142238"/>
                    <a:pt x="318135" y="1153795"/>
                    <a:pt x="287274" y="1159510"/>
                  </a:cubicBezTo>
                  <a:cubicBezTo>
                    <a:pt x="251968" y="1171067"/>
                    <a:pt x="212217" y="1165225"/>
                    <a:pt x="181229" y="1199769"/>
                  </a:cubicBezTo>
                  <a:cubicBezTo>
                    <a:pt x="154686" y="1228598"/>
                    <a:pt x="132715" y="1257300"/>
                    <a:pt x="92964" y="1251585"/>
                  </a:cubicBezTo>
                  <a:cubicBezTo>
                    <a:pt x="97409" y="1286129"/>
                    <a:pt x="101854" y="1314831"/>
                    <a:pt x="106172" y="1349375"/>
                  </a:cubicBezTo>
                  <a:cubicBezTo>
                    <a:pt x="115062" y="1441450"/>
                    <a:pt x="123825" y="1533525"/>
                    <a:pt x="128270" y="1625600"/>
                  </a:cubicBezTo>
                  <a:cubicBezTo>
                    <a:pt x="141478" y="1740662"/>
                    <a:pt x="145923" y="1850009"/>
                    <a:pt x="137160" y="1959356"/>
                  </a:cubicBezTo>
                  <a:cubicBezTo>
                    <a:pt x="128270" y="2114677"/>
                    <a:pt x="88646" y="7431532"/>
                    <a:pt x="48895" y="7575423"/>
                  </a:cubicBezTo>
                  <a:lnTo>
                    <a:pt x="8890" y="7696200"/>
                  </a:lnTo>
                  <a:cubicBezTo>
                    <a:pt x="0" y="7725029"/>
                    <a:pt x="13335" y="7742174"/>
                    <a:pt x="35433" y="7748016"/>
                  </a:cubicBezTo>
                  <a:cubicBezTo>
                    <a:pt x="61976" y="7753731"/>
                    <a:pt x="70739" y="7776845"/>
                    <a:pt x="79629" y="7805547"/>
                  </a:cubicBezTo>
                  <a:cubicBezTo>
                    <a:pt x="88519" y="7851521"/>
                    <a:pt x="75184" y="7897622"/>
                    <a:pt x="92837" y="7943596"/>
                  </a:cubicBezTo>
                  <a:cubicBezTo>
                    <a:pt x="101727" y="7966583"/>
                    <a:pt x="92837" y="8006842"/>
                    <a:pt x="88392" y="8041386"/>
                  </a:cubicBezTo>
                  <a:cubicBezTo>
                    <a:pt x="83947" y="8087360"/>
                    <a:pt x="92837" y="8133461"/>
                    <a:pt x="106045" y="8173720"/>
                  </a:cubicBezTo>
                  <a:cubicBezTo>
                    <a:pt x="136906" y="8242808"/>
                    <a:pt x="141351" y="8323326"/>
                    <a:pt x="141351" y="8398129"/>
                  </a:cubicBezTo>
                  <a:cubicBezTo>
                    <a:pt x="141351" y="8415401"/>
                    <a:pt x="145796" y="8432673"/>
                    <a:pt x="150241" y="8444103"/>
                  </a:cubicBezTo>
                  <a:cubicBezTo>
                    <a:pt x="159131" y="8455660"/>
                    <a:pt x="176784" y="8467090"/>
                    <a:pt x="194437" y="8472932"/>
                  </a:cubicBezTo>
                  <a:lnTo>
                    <a:pt x="300482" y="8542020"/>
                  </a:lnTo>
                  <a:cubicBezTo>
                    <a:pt x="348996" y="8576564"/>
                    <a:pt x="388747" y="8570849"/>
                    <a:pt x="432943" y="8530463"/>
                  </a:cubicBezTo>
                  <a:cubicBezTo>
                    <a:pt x="437388" y="8524748"/>
                    <a:pt x="450596" y="8518906"/>
                    <a:pt x="455041" y="8518906"/>
                  </a:cubicBezTo>
                  <a:cubicBezTo>
                    <a:pt x="485902" y="8524621"/>
                    <a:pt x="516890" y="8524621"/>
                    <a:pt x="543306" y="8559165"/>
                  </a:cubicBezTo>
                  <a:cubicBezTo>
                    <a:pt x="574167" y="8593709"/>
                    <a:pt x="618363" y="8616696"/>
                    <a:pt x="653669" y="8645525"/>
                  </a:cubicBezTo>
                  <a:cubicBezTo>
                    <a:pt x="675767" y="8662797"/>
                    <a:pt x="702183" y="8685784"/>
                    <a:pt x="715518" y="8708771"/>
                  </a:cubicBezTo>
                  <a:cubicBezTo>
                    <a:pt x="724408" y="8720328"/>
                    <a:pt x="733171" y="8731758"/>
                    <a:pt x="742061" y="8737600"/>
                  </a:cubicBezTo>
                  <a:cubicBezTo>
                    <a:pt x="790575" y="8760587"/>
                    <a:pt x="817118" y="8818118"/>
                    <a:pt x="848106" y="8864219"/>
                  </a:cubicBezTo>
                  <a:cubicBezTo>
                    <a:pt x="874649" y="8904478"/>
                    <a:pt x="909955" y="8927465"/>
                    <a:pt x="949706" y="8933307"/>
                  </a:cubicBezTo>
                  <a:cubicBezTo>
                    <a:pt x="993902" y="8944864"/>
                    <a:pt x="1037971" y="8950579"/>
                    <a:pt x="1082167" y="8962136"/>
                  </a:cubicBezTo>
                  <a:cubicBezTo>
                    <a:pt x="1099820" y="8967851"/>
                    <a:pt x="1121918" y="8973693"/>
                    <a:pt x="1139571" y="8985123"/>
                  </a:cubicBezTo>
                  <a:cubicBezTo>
                    <a:pt x="1161669" y="8996680"/>
                    <a:pt x="1183767" y="8996680"/>
                    <a:pt x="1201420" y="9013952"/>
                  </a:cubicBezTo>
                  <a:cubicBezTo>
                    <a:pt x="1227963" y="9042781"/>
                    <a:pt x="1254379" y="9059926"/>
                    <a:pt x="1289685" y="9048496"/>
                  </a:cubicBezTo>
                  <a:cubicBezTo>
                    <a:pt x="1302893" y="9042781"/>
                    <a:pt x="1320546" y="9054211"/>
                    <a:pt x="1333881" y="9060053"/>
                  </a:cubicBezTo>
                  <a:cubicBezTo>
                    <a:pt x="1338326" y="9060053"/>
                    <a:pt x="1342771" y="9065768"/>
                    <a:pt x="1347089" y="9065768"/>
                  </a:cubicBezTo>
                  <a:cubicBezTo>
                    <a:pt x="1395603" y="9071483"/>
                    <a:pt x="1439799" y="9060053"/>
                    <a:pt x="1483995" y="9048496"/>
                  </a:cubicBezTo>
                  <a:cubicBezTo>
                    <a:pt x="1501648" y="9042781"/>
                    <a:pt x="1519301" y="9036939"/>
                    <a:pt x="1536954" y="9025509"/>
                  </a:cubicBezTo>
                  <a:cubicBezTo>
                    <a:pt x="1585468" y="8996680"/>
                    <a:pt x="1634109" y="8967978"/>
                    <a:pt x="1678305" y="8933434"/>
                  </a:cubicBezTo>
                  <a:cubicBezTo>
                    <a:pt x="1709166" y="8910447"/>
                    <a:pt x="1740154" y="8887460"/>
                    <a:pt x="1775460" y="8910447"/>
                  </a:cubicBezTo>
                  <a:lnTo>
                    <a:pt x="1793113" y="8910447"/>
                  </a:lnTo>
                  <a:cubicBezTo>
                    <a:pt x="1823974" y="8910447"/>
                    <a:pt x="1854962" y="8904732"/>
                    <a:pt x="1881378" y="8898890"/>
                  </a:cubicBezTo>
                  <a:cubicBezTo>
                    <a:pt x="1885823" y="8898890"/>
                    <a:pt x="1894586" y="8898890"/>
                    <a:pt x="1894586" y="8893175"/>
                  </a:cubicBezTo>
                  <a:cubicBezTo>
                    <a:pt x="1907794" y="8870188"/>
                    <a:pt x="1929892" y="8870188"/>
                    <a:pt x="1951990" y="8864346"/>
                  </a:cubicBezTo>
                  <a:cubicBezTo>
                    <a:pt x="1987296" y="8858631"/>
                    <a:pt x="2022602" y="8858631"/>
                    <a:pt x="2049145" y="8829802"/>
                  </a:cubicBezTo>
                  <a:cubicBezTo>
                    <a:pt x="2075688" y="8806815"/>
                    <a:pt x="2102104" y="8800973"/>
                    <a:pt x="2133092" y="8795258"/>
                  </a:cubicBezTo>
                  <a:cubicBezTo>
                    <a:pt x="2137537" y="8795258"/>
                    <a:pt x="2146300" y="8789543"/>
                    <a:pt x="2150745" y="8789543"/>
                  </a:cubicBezTo>
                  <a:cubicBezTo>
                    <a:pt x="2172843" y="8783828"/>
                    <a:pt x="2194941" y="8766556"/>
                    <a:pt x="2212594" y="8772271"/>
                  </a:cubicBezTo>
                  <a:cubicBezTo>
                    <a:pt x="2252345" y="8783828"/>
                    <a:pt x="2269998" y="8766556"/>
                    <a:pt x="2296541" y="8720455"/>
                  </a:cubicBezTo>
                  <a:cubicBezTo>
                    <a:pt x="2300986" y="8708898"/>
                    <a:pt x="2314194" y="8703183"/>
                    <a:pt x="2323084" y="8697468"/>
                  </a:cubicBezTo>
                  <a:cubicBezTo>
                    <a:pt x="2345182" y="8691753"/>
                    <a:pt x="2367280" y="8697468"/>
                    <a:pt x="2389378" y="8691753"/>
                  </a:cubicBezTo>
                  <a:cubicBezTo>
                    <a:pt x="2402586" y="8691753"/>
                    <a:pt x="2415921" y="8674481"/>
                    <a:pt x="2424684" y="8674481"/>
                  </a:cubicBezTo>
                  <a:cubicBezTo>
                    <a:pt x="2459990" y="8680196"/>
                    <a:pt x="2499741" y="8662924"/>
                    <a:pt x="2530729" y="8691753"/>
                  </a:cubicBezTo>
                  <a:cubicBezTo>
                    <a:pt x="2535174" y="8697468"/>
                    <a:pt x="2543937" y="8697468"/>
                    <a:pt x="2552827" y="8697468"/>
                  </a:cubicBezTo>
                  <a:cubicBezTo>
                    <a:pt x="2610231" y="8703183"/>
                    <a:pt x="2658872" y="8726297"/>
                    <a:pt x="2698496" y="8772271"/>
                  </a:cubicBezTo>
                  <a:cubicBezTo>
                    <a:pt x="2711704" y="8789543"/>
                    <a:pt x="2729357" y="8801100"/>
                    <a:pt x="2742692" y="8812530"/>
                  </a:cubicBezTo>
                  <a:cubicBezTo>
                    <a:pt x="2756027" y="8823960"/>
                    <a:pt x="2773553" y="8824087"/>
                    <a:pt x="2786888" y="8829802"/>
                  </a:cubicBezTo>
                  <a:cubicBezTo>
                    <a:pt x="2800223" y="8835517"/>
                    <a:pt x="2808986" y="8841359"/>
                    <a:pt x="2822194" y="8841359"/>
                  </a:cubicBezTo>
                  <a:cubicBezTo>
                    <a:pt x="2844292" y="8841359"/>
                    <a:pt x="2861945" y="8852916"/>
                    <a:pt x="2875153" y="8875903"/>
                  </a:cubicBezTo>
                  <a:cubicBezTo>
                    <a:pt x="2879598" y="8881618"/>
                    <a:pt x="2884043" y="8887460"/>
                    <a:pt x="2888361" y="8898890"/>
                  </a:cubicBezTo>
                  <a:cubicBezTo>
                    <a:pt x="2883916" y="8916162"/>
                    <a:pt x="2910459" y="8962136"/>
                    <a:pt x="2928112" y="8962136"/>
                  </a:cubicBezTo>
                  <a:cubicBezTo>
                    <a:pt x="2958973" y="8962136"/>
                    <a:pt x="2989961" y="8973693"/>
                    <a:pt x="3016377" y="9002395"/>
                  </a:cubicBezTo>
                  <a:cubicBezTo>
                    <a:pt x="3020822" y="9008110"/>
                    <a:pt x="3029585" y="9008110"/>
                    <a:pt x="3038475" y="9002395"/>
                  </a:cubicBezTo>
                  <a:cubicBezTo>
                    <a:pt x="3051683" y="8996680"/>
                    <a:pt x="3060573" y="8996680"/>
                    <a:pt x="3069336" y="9013952"/>
                  </a:cubicBezTo>
                  <a:cubicBezTo>
                    <a:pt x="3073781" y="9019667"/>
                    <a:pt x="3091434" y="9019667"/>
                    <a:pt x="3100197" y="9019667"/>
                  </a:cubicBezTo>
                  <a:cubicBezTo>
                    <a:pt x="3122295" y="9019667"/>
                    <a:pt x="3148711" y="9013952"/>
                    <a:pt x="3170809" y="9019667"/>
                  </a:cubicBezTo>
                  <a:cubicBezTo>
                    <a:pt x="3210560" y="9025382"/>
                    <a:pt x="3245866" y="9031224"/>
                    <a:pt x="3285617" y="9042654"/>
                  </a:cubicBezTo>
                  <a:cubicBezTo>
                    <a:pt x="3294507" y="9042654"/>
                    <a:pt x="3303270" y="9048369"/>
                    <a:pt x="3307715" y="9054211"/>
                  </a:cubicBezTo>
                  <a:cubicBezTo>
                    <a:pt x="3316605" y="9083040"/>
                    <a:pt x="3338576" y="9083040"/>
                    <a:pt x="3351911" y="9088755"/>
                  </a:cubicBezTo>
                  <a:cubicBezTo>
                    <a:pt x="3365246" y="9094470"/>
                    <a:pt x="3382772" y="9100312"/>
                    <a:pt x="3391662" y="9100312"/>
                  </a:cubicBezTo>
                  <a:cubicBezTo>
                    <a:pt x="3396107" y="9094597"/>
                    <a:pt x="3404870" y="9088755"/>
                    <a:pt x="3413760" y="9077325"/>
                  </a:cubicBezTo>
                  <a:cubicBezTo>
                    <a:pt x="3396107" y="9077325"/>
                    <a:pt x="3387217" y="9083040"/>
                    <a:pt x="3378454" y="9083040"/>
                  </a:cubicBezTo>
                  <a:cubicBezTo>
                    <a:pt x="3396107" y="9054211"/>
                    <a:pt x="3413760" y="9048496"/>
                    <a:pt x="3435858" y="9065768"/>
                  </a:cubicBezTo>
                  <a:cubicBezTo>
                    <a:pt x="3462401" y="9094597"/>
                    <a:pt x="3484372" y="9094597"/>
                    <a:pt x="3515360" y="9065768"/>
                  </a:cubicBezTo>
                  <a:lnTo>
                    <a:pt x="3541903" y="9048496"/>
                  </a:lnTo>
                  <a:lnTo>
                    <a:pt x="3541903" y="9019667"/>
                  </a:lnTo>
                  <a:cubicBezTo>
                    <a:pt x="3555111" y="9025382"/>
                    <a:pt x="3568446" y="9036939"/>
                    <a:pt x="3577209" y="9036939"/>
                  </a:cubicBezTo>
                  <a:cubicBezTo>
                    <a:pt x="3603752" y="9019667"/>
                    <a:pt x="3630168" y="9002395"/>
                    <a:pt x="3652266" y="8979408"/>
                  </a:cubicBezTo>
                  <a:cubicBezTo>
                    <a:pt x="3678809" y="8956421"/>
                    <a:pt x="3700780" y="8927592"/>
                    <a:pt x="3722878" y="8904605"/>
                  </a:cubicBezTo>
                  <a:cubicBezTo>
                    <a:pt x="3727323" y="8904605"/>
                    <a:pt x="3727323" y="8898890"/>
                    <a:pt x="3731768" y="8898890"/>
                  </a:cubicBezTo>
                  <a:cubicBezTo>
                    <a:pt x="3762629" y="8887333"/>
                    <a:pt x="3789172" y="8881618"/>
                    <a:pt x="3820033" y="8870061"/>
                  </a:cubicBezTo>
                  <a:cubicBezTo>
                    <a:pt x="3837686" y="8864346"/>
                    <a:pt x="3850894" y="8852789"/>
                    <a:pt x="3868547" y="8847074"/>
                  </a:cubicBezTo>
                  <a:cubicBezTo>
                    <a:pt x="3881755" y="8841359"/>
                    <a:pt x="3890645" y="8841359"/>
                    <a:pt x="3903853" y="8835517"/>
                  </a:cubicBezTo>
                  <a:lnTo>
                    <a:pt x="3948049" y="8835517"/>
                  </a:lnTo>
                  <a:cubicBezTo>
                    <a:pt x="3956939" y="8835517"/>
                    <a:pt x="3970147" y="8835517"/>
                    <a:pt x="3978910" y="8829802"/>
                  </a:cubicBezTo>
                  <a:cubicBezTo>
                    <a:pt x="3983355" y="8818245"/>
                    <a:pt x="3992118" y="8800973"/>
                    <a:pt x="3996563" y="8800973"/>
                  </a:cubicBezTo>
                  <a:cubicBezTo>
                    <a:pt x="4009771" y="8800973"/>
                    <a:pt x="4018661" y="8812530"/>
                    <a:pt x="4031869" y="8818245"/>
                  </a:cubicBezTo>
                  <a:cubicBezTo>
                    <a:pt x="4036314" y="8818245"/>
                    <a:pt x="4036314" y="8823960"/>
                    <a:pt x="4036314" y="8829802"/>
                  </a:cubicBezTo>
                  <a:cubicBezTo>
                    <a:pt x="4053967" y="8852789"/>
                    <a:pt x="4067175" y="8881618"/>
                    <a:pt x="4084828" y="8904605"/>
                  </a:cubicBezTo>
                  <a:cubicBezTo>
                    <a:pt x="4106926" y="8933434"/>
                    <a:pt x="4129024" y="8933434"/>
                    <a:pt x="4142232" y="8916162"/>
                  </a:cubicBezTo>
                  <a:cubicBezTo>
                    <a:pt x="4164330" y="8893175"/>
                    <a:pt x="4181983" y="8875903"/>
                    <a:pt x="4212844" y="8887333"/>
                  </a:cubicBezTo>
                  <a:cubicBezTo>
                    <a:pt x="4217289" y="8887333"/>
                    <a:pt x="4226052" y="8893048"/>
                    <a:pt x="4230497" y="8887333"/>
                  </a:cubicBezTo>
                  <a:cubicBezTo>
                    <a:pt x="4252595" y="8875776"/>
                    <a:pt x="4279011" y="8864346"/>
                    <a:pt x="4301109" y="8847074"/>
                  </a:cubicBezTo>
                  <a:cubicBezTo>
                    <a:pt x="4314317" y="8841359"/>
                    <a:pt x="4331970" y="8841359"/>
                    <a:pt x="4336415" y="8829802"/>
                  </a:cubicBezTo>
                  <a:cubicBezTo>
                    <a:pt x="4349623" y="8795258"/>
                    <a:pt x="4371721" y="8777986"/>
                    <a:pt x="4393819" y="8754999"/>
                  </a:cubicBezTo>
                  <a:cubicBezTo>
                    <a:pt x="4407027" y="8737727"/>
                    <a:pt x="4420362" y="8714740"/>
                    <a:pt x="4433570" y="8709025"/>
                  </a:cubicBezTo>
                  <a:cubicBezTo>
                    <a:pt x="4464431" y="8697468"/>
                    <a:pt x="4486529" y="8663051"/>
                    <a:pt x="4513072" y="8639937"/>
                  </a:cubicBezTo>
                  <a:cubicBezTo>
                    <a:pt x="4535170" y="8622665"/>
                    <a:pt x="4548378" y="8588121"/>
                    <a:pt x="4570476" y="8582406"/>
                  </a:cubicBezTo>
                  <a:cubicBezTo>
                    <a:pt x="4605782" y="8570849"/>
                    <a:pt x="4632325" y="8542147"/>
                    <a:pt x="4663186" y="8513318"/>
                  </a:cubicBezTo>
                  <a:cubicBezTo>
                    <a:pt x="4680839" y="8496046"/>
                    <a:pt x="4702937" y="8484489"/>
                    <a:pt x="4725035" y="8490331"/>
                  </a:cubicBezTo>
                  <a:cubicBezTo>
                    <a:pt x="4738243" y="8496046"/>
                    <a:pt x="4755896" y="8490331"/>
                    <a:pt x="4764786" y="8484616"/>
                  </a:cubicBezTo>
                  <a:cubicBezTo>
                    <a:pt x="4782439" y="8473059"/>
                    <a:pt x="4800092" y="8455787"/>
                    <a:pt x="4817745" y="8444357"/>
                  </a:cubicBezTo>
                  <a:cubicBezTo>
                    <a:pt x="4830953" y="8432800"/>
                    <a:pt x="4844288" y="8421370"/>
                    <a:pt x="4857496" y="8421370"/>
                  </a:cubicBezTo>
                  <a:cubicBezTo>
                    <a:pt x="4901692" y="8415655"/>
                    <a:pt x="4936998" y="8404098"/>
                    <a:pt x="4959096" y="8346567"/>
                  </a:cubicBezTo>
                  <a:cubicBezTo>
                    <a:pt x="4967986" y="8323580"/>
                    <a:pt x="5012055" y="8294751"/>
                    <a:pt x="5029708" y="8306308"/>
                  </a:cubicBezTo>
                  <a:cubicBezTo>
                    <a:pt x="5060569" y="8323580"/>
                    <a:pt x="5082667" y="8312023"/>
                    <a:pt x="5100320" y="8277479"/>
                  </a:cubicBezTo>
                  <a:cubicBezTo>
                    <a:pt x="5113528" y="8260207"/>
                    <a:pt x="5131181" y="8265922"/>
                    <a:pt x="5144516" y="8277479"/>
                  </a:cubicBezTo>
                  <a:cubicBezTo>
                    <a:pt x="5153406" y="8289036"/>
                    <a:pt x="5162169" y="8294751"/>
                    <a:pt x="5171059" y="8294751"/>
                  </a:cubicBezTo>
                  <a:cubicBezTo>
                    <a:pt x="5201920" y="8300466"/>
                    <a:pt x="5237353" y="8294751"/>
                    <a:pt x="5268214" y="8300466"/>
                  </a:cubicBezTo>
                  <a:cubicBezTo>
                    <a:pt x="5294757" y="8306181"/>
                    <a:pt x="5321173" y="8294751"/>
                    <a:pt x="5338826" y="8271637"/>
                  </a:cubicBezTo>
                  <a:cubicBezTo>
                    <a:pt x="5356479" y="8248523"/>
                    <a:pt x="5369687" y="8248650"/>
                    <a:pt x="5396230" y="8260080"/>
                  </a:cubicBezTo>
                  <a:cubicBezTo>
                    <a:pt x="5418328" y="8271637"/>
                    <a:pt x="5435981" y="8300339"/>
                    <a:pt x="5466842" y="8294624"/>
                  </a:cubicBezTo>
                  <a:cubicBezTo>
                    <a:pt x="5493385" y="8288909"/>
                    <a:pt x="5524246" y="8306181"/>
                    <a:pt x="5555107" y="8288909"/>
                  </a:cubicBezTo>
                  <a:lnTo>
                    <a:pt x="5572760" y="8288909"/>
                  </a:lnTo>
                  <a:cubicBezTo>
                    <a:pt x="5599303" y="8300466"/>
                    <a:pt x="5625719" y="8306181"/>
                    <a:pt x="5647817" y="8334883"/>
                  </a:cubicBezTo>
                  <a:cubicBezTo>
                    <a:pt x="5674360" y="8363712"/>
                    <a:pt x="5678678" y="8150733"/>
                    <a:pt x="5705221" y="8173720"/>
                  </a:cubicBezTo>
                  <a:cubicBezTo>
                    <a:pt x="5744972" y="8208264"/>
                    <a:pt x="5736082" y="8173720"/>
                    <a:pt x="5775833" y="8202549"/>
                  </a:cubicBezTo>
                  <a:cubicBezTo>
                    <a:pt x="5806694" y="8219821"/>
                    <a:pt x="5793486" y="8156575"/>
                    <a:pt x="5828792" y="8168005"/>
                  </a:cubicBezTo>
                  <a:cubicBezTo>
                    <a:pt x="5833237" y="8168005"/>
                    <a:pt x="5886196" y="8213979"/>
                    <a:pt x="5886196" y="8208264"/>
                  </a:cubicBezTo>
                  <a:cubicBezTo>
                    <a:pt x="5908294" y="8190992"/>
                    <a:pt x="5930392" y="8018399"/>
                    <a:pt x="5952490" y="8024114"/>
                  </a:cubicBezTo>
                  <a:cubicBezTo>
                    <a:pt x="5996686" y="8041386"/>
                    <a:pt x="6036437" y="8029829"/>
                    <a:pt x="6076188" y="8006842"/>
                  </a:cubicBezTo>
                  <a:cubicBezTo>
                    <a:pt x="6098286" y="7995285"/>
                    <a:pt x="6133592" y="7955026"/>
                    <a:pt x="6151245" y="7972298"/>
                  </a:cubicBezTo>
                  <a:cubicBezTo>
                    <a:pt x="6182106" y="8001127"/>
                    <a:pt x="6213094" y="8012557"/>
                    <a:pt x="6248400" y="8018272"/>
                  </a:cubicBezTo>
                  <a:cubicBezTo>
                    <a:pt x="6252845" y="8018272"/>
                    <a:pt x="6257290" y="8023987"/>
                    <a:pt x="6261608" y="8029829"/>
                  </a:cubicBezTo>
                  <a:cubicBezTo>
                    <a:pt x="6274816" y="8052816"/>
                    <a:pt x="6336665" y="7989570"/>
                    <a:pt x="6349873" y="8012557"/>
                  </a:cubicBezTo>
                  <a:cubicBezTo>
                    <a:pt x="6367526" y="8047101"/>
                    <a:pt x="6385179" y="8081645"/>
                    <a:pt x="6402832" y="8110347"/>
                  </a:cubicBezTo>
                  <a:cubicBezTo>
                    <a:pt x="6411722" y="8121904"/>
                    <a:pt x="6424930" y="8127619"/>
                    <a:pt x="6429375" y="8139176"/>
                  </a:cubicBezTo>
                  <a:cubicBezTo>
                    <a:pt x="6433820" y="8168005"/>
                    <a:pt x="6442583" y="8179435"/>
                    <a:pt x="6464681" y="8179435"/>
                  </a:cubicBezTo>
                  <a:cubicBezTo>
                    <a:pt x="6477889" y="8179435"/>
                    <a:pt x="6491224" y="8185150"/>
                    <a:pt x="6499987" y="8196707"/>
                  </a:cubicBezTo>
                  <a:cubicBezTo>
                    <a:pt x="6522085" y="8213979"/>
                    <a:pt x="6539738" y="8231251"/>
                    <a:pt x="6557391" y="8248523"/>
                  </a:cubicBezTo>
                  <a:cubicBezTo>
                    <a:pt x="6579489" y="8265795"/>
                    <a:pt x="6601587" y="8283067"/>
                    <a:pt x="6610350" y="8311769"/>
                  </a:cubicBezTo>
                  <a:cubicBezTo>
                    <a:pt x="6614795" y="8323326"/>
                    <a:pt x="6619240" y="8329041"/>
                    <a:pt x="6623558" y="8334756"/>
                  </a:cubicBezTo>
                  <a:cubicBezTo>
                    <a:pt x="6641211" y="8357743"/>
                    <a:pt x="6658864" y="8375015"/>
                    <a:pt x="6676517" y="8398002"/>
                  </a:cubicBezTo>
                  <a:cubicBezTo>
                    <a:pt x="6703060" y="8426831"/>
                    <a:pt x="6725031" y="8461248"/>
                    <a:pt x="6751574" y="8490077"/>
                  </a:cubicBezTo>
                  <a:cubicBezTo>
                    <a:pt x="6760464" y="8495792"/>
                    <a:pt x="6769227" y="8507349"/>
                    <a:pt x="6778117" y="8513064"/>
                  </a:cubicBezTo>
                  <a:cubicBezTo>
                    <a:pt x="6795770" y="8524621"/>
                    <a:pt x="6813423" y="8536051"/>
                    <a:pt x="6826631" y="8553323"/>
                  </a:cubicBezTo>
                  <a:cubicBezTo>
                    <a:pt x="6839839" y="8570595"/>
                    <a:pt x="6901688" y="8466963"/>
                    <a:pt x="6910578" y="8490077"/>
                  </a:cubicBezTo>
                  <a:cubicBezTo>
                    <a:pt x="6910578" y="8495792"/>
                    <a:pt x="6915023" y="8495792"/>
                    <a:pt x="6919468" y="8495792"/>
                  </a:cubicBezTo>
                  <a:cubicBezTo>
                    <a:pt x="6946011" y="8524621"/>
                    <a:pt x="6972427" y="8513064"/>
                    <a:pt x="6998970" y="8501507"/>
                  </a:cubicBezTo>
                  <a:cubicBezTo>
                    <a:pt x="7007860" y="8495792"/>
                    <a:pt x="7016623" y="8489950"/>
                    <a:pt x="7021068" y="8495792"/>
                  </a:cubicBezTo>
                  <a:cubicBezTo>
                    <a:pt x="7051929" y="8513064"/>
                    <a:pt x="7074027" y="8553323"/>
                    <a:pt x="7113778" y="8559038"/>
                  </a:cubicBezTo>
                  <a:cubicBezTo>
                    <a:pt x="7113778" y="8559038"/>
                    <a:pt x="7118223" y="8559038"/>
                    <a:pt x="7118223" y="8564753"/>
                  </a:cubicBezTo>
                  <a:cubicBezTo>
                    <a:pt x="7127113" y="8599297"/>
                    <a:pt x="7153529" y="8599297"/>
                    <a:pt x="7175627" y="8605012"/>
                  </a:cubicBezTo>
                  <a:cubicBezTo>
                    <a:pt x="7188835" y="8605012"/>
                    <a:pt x="7202170" y="8610727"/>
                    <a:pt x="7210933" y="8616569"/>
                  </a:cubicBezTo>
                  <a:cubicBezTo>
                    <a:pt x="7237476" y="8633841"/>
                    <a:pt x="7263892" y="8656828"/>
                    <a:pt x="7294880" y="8668385"/>
                  </a:cubicBezTo>
                  <a:cubicBezTo>
                    <a:pt x="7334631" y="8685657"/>
                    <a:pt x="7374382" y="8697214"/>
                    <a:pt x="7405243" y="8725916"/>
                  </a:cubicBezTo>
                  <a:cubicBezTo>
                    <a:pt x="7409688" y="8725916"/>
                    <a:pt x="7414133" y="8725916"/>
                    <a:pt x="7414133" y="8731631"/>
                  </a:cubicBezTo>
                  <a:cubicBezTo>
                    <a:pt x="7427341" y="8743188"/>
                    <a:pt x="7449439" y="8748903"/>
                    <a:pt x="7458329" y="8766175"/>
                  </a:cubicBezTo>
                  <a:cubicBezTo>
                    <a:pt x="7471537" y="8800719"/>
                    <a:pt x="7506843" y="8795004"/>
                    <a:pt x="7524623" y="8823706"/>
                  </a:cubicBezTo>
                  <a:lnTo>
                    <a:pt x="7529068" y="8823706"/>
                  </a:lnTo>
                  <a:cubicBezTo>
                    <a:pt x="7546721" y="8823706"/>
                    <a:pt x="7564374" y="8829421"/>
                    <a:pt x="7586472" y="8829421"/>
                  </a:cubicBezTo>
                  <a:cubicBezTo>
                    <a:pt x="7595362" y="8823706"/>
                    <a:pt x="7608570" y="8812149"/>
                    <a:pt x="7617333" y="8812149"/>
                  </a:cubicBezTo>
                  <a:cubicBezTo>
                    <a:pt x="7657084" y="8829421"/>
                    <a:pt x="7696835" y="8829421"/>
                    <a:pt x="7723378" y="8783320"/>
                  </a:cubicBezTo>
                  <a:cubicBezTo>
                    <a:pt x="7727823" y="8777605"/>
                    <a:pt x="7736586" y="8777605"/>
                    <a:pt x="7745476" y="8777605"/>
                  </a:cubicBezTo>
                  <a:lnTo>
                    <a:pt x="7780782" y="8777605"/>
                  </a:lnTo>
                  <a:cubicBezTo>
                    <a:pt x="7820533" y="8766048"/>
                    <a:pt x="7855839" y="8754618"/>
                    <a:pt x="7895590" y="8748776"/>
                  </a:cubicBezTo>
                  <a:cubicBezTo>
                    <a:pt x="7913243" y="8743061"/>
                    <a:pt x="7935341" y="8754491"/>
                    <a:pt x="7952994" y="8760333"/>
                  </a:cubicBezTo>
                  <a:cubicBezTo>
                    <a:pt x="7970647" y="8766175"/>
                    <a:pt x="7988300" y="8766048"/>
                    <a:pt x="8005953" y="8766048"/>
                  </a:cubicBezTo>
                  <a:cubicBezTo>
                    <a:pt x="8028051" y="8766048"/>
                    <a:pt x="8045704" y="8754491"/>
                    <a:pt x="8067802" y="8754491"/>
                  </a:cubicBezTo>
                  <a:cubicBezTo>
                    <a:pt x="8085455" y="8748776"/>
                    <a:pt x="8107553" y="8748776"/>
                    <a:pt x="8125206" y="8742934"/>
                  </a:cubicBezTo>
                  <a:cubicBezTo>
                    <a:pt x="8164957" y="8731377"/>
                    <a:pt x="8200263" y="8719947"/>
                    <a:pt x="8240014" y="8714105"/>
                  </a:cubicBezTo>
                  <a:cubicBezTo>
                    <a:pt x="8266557" y="8518525"/>
                    <a:pt x="8262112" y="8288274"/>
                    <a:pt x="8262112" y="8052435"/>
                  </a:cubicBezTo>
                  <a:close/>
                </a:path>
              </a:pathLst>
            </a:custGeom>
            <a:blipFill>
              <a:blip r:embed="rId7"/>
              <a:stretch>
                <a:fillRect l="-5123" t="-50" r="-5096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822961" y="-245864"/>
            <a:ext cx="12318759" cy="998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88"/>
              </a:lnSpc>
            </a:pPr>
            <a:r>
              <a:rPr lang="en-US" sz="5920" u="sng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Conclusion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E18C98-237C-F5C3-3615-41278CB43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409" y="0"/>
            <a:ext cx="11667281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0768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55994" y="-1344407"/>
            <a:ext cx="10918413" cy="10918413"/>
          </a:xfrm>
          <a:custGeom>
            <a:avLst/>
            <a:gdLst/>
            <a:ahLst/>
            <a:cxnLst/>
            <a:rect l="l" t="t" r="r" b="b"/>
            <a:pathLst>
              <a:path w="13648016" h="13648016">
                <a:moveTo>
                  <a:pt x="0" y="0"/>
                </a:moveTo>
                <a:lnTo>
                  <a:pt x="13648016" y="0"/>
                </a:lnTo>
                <a:lnTo>
                  <a:pt x="13648016" y="13648016"/>
                </a:lnTo>
                <a:lnTo>
                  <a:pt x="0" y="136480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912615" y="-131564"/>
            <a:ext cx="9380753" cy="9369018"/>
            <a:chOff x="0" y="0"/>
            <a:chExt cx="15634588" cy="1561503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634588" cy="15615031"/>
            </a:xfrm>
            <a:custGeom>
              <a:avLst/>
              <a:gdLst/>
              <a:ahLst/>
              <a:cxnLst/>
              <a:rect l="l" t="t" r="r" b="b"/>
              <a:pathLst>
                <a:path w="15634588" h="15615031">
                  <a:moveTo>
                    <a:pt x="0" y="0"/>
                  </a:moveTo>
                  <a:lnTo>
                    <a:pt x="15634588" y="0"/>
                  </a:lnTo>
                  <a:lnTo>
                    <a:pt x="15634588" y="15615031"/>
                  </a:lnTo>
                  <a:lnTo>
                    <a:pt x="0" y="156150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" r="-2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2693906" y="-385088"/>
            <a:ext cx="9242590" cy="9242590"/>
          </a:xfrm>
          <a:custGeom>
            <a:avLst/>
            <a:gdLst/>
            <a:ahLst/>
            <a:cxnLst/>
            <a:rect l="l" t="t" r="r" b="b"/>
            <a:pathLst>
              <a:path w="11553237" h="11553237">
                <a:moveTo>
                  <a:pt x="0" y="0"/>
                </a:moveTo>
                <a:lnTo>
                  <a:pt x="11553237" y="0"/>
                </a:lnTo>
                <a:lnTo>
                  <a:pt x="11553237" y="11553237"/>
                </a:lnTo>
                <a:lnTo>
                  <a:pt x="0" y="115532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3907900" y="822961"/>
            <a:ext cx="6814566" cy="3187903"/>
            <a:chOff x="0" y="0"/>
            <a:chExt cx="11357610" cy="53131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357610" cy="5313172"/>
            </a:xfrm>
            <a:custGeom>
              <a:avLst/>
              <a:gdLst/>
              <a:ahLst/>
              <a:cxnLst/>
              <a:rect l="l" t="t" r="r" b="b"/>
              <a:pathLst>
                <a:path w="11357610" h="5313172">
                  <a:moveTo>
                    <a:pt x="0" y="0"/>
                  </a:moveTo>
                  <a:lnTo>
                    <a:pt x="11357610" y="0"/>
                  </a:lnTo>
                  <a:lnTo>
                    <a:pt x="11357610" y="5313172"/>
                  </a:lnTo>
                  <a:lnTo>
                    <a:pt x="0" y="5313172"/>
                  </a:lnTo>
                  <a:close/>
                </a:path>
              </a:pathLst>
            </a:custGeom>
            <a:blipFill>
              <a:blip r:embed="rId7"/>
              <a:stretch>
                <a:fillRect t="-646" b="-646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-671818" y="3620768"/>
            <a:ext cx="15302218" cy="734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4285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Name:-   Achintya Agrawal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245004" y="4410534"/>
            <a:ext cx="2811735" cy="6349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sz="3679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Email ID:-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80421" y="4431025"/>
            <a:ext cx="14589588" cy="575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4"/>
              </a:lnSpc>
            </a:pPr>
            <a:r>
              <a:rPr lang="en-US" sz="3360" b="1" dirty="0">
                <a:solidFill>
                  <a:srgbClr val="004AAD"/>
                </a:solidFill>
                <a:latin typeface="DM Sans Bold"/>
                <a:ea typeface="DM Sans Bold"/>
                <a:cs typeface="DM Sans Bold"/>
                <a:sym typeface="DM Sans Bold"/>
              </a:rPr>
              <a:t>     achintyaagrawal9@gamil.com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371</Words>
  <Application>Microsoft Office PowerPoint</Application>
  <PresentationFormat>Custom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Times New Roman Bold</vt:lpstr>
      <vt:lpstr>Times New Roman</vt:lpstr>
      <vt:lpstr>Canva Sans</vt:lpstr>
      <vt:lpstr>DM Sans Bold</vt:lpstr>
      <vt:lpstr>DM Sans</vt:lpstr>
      <vt:lpstr>Arial</vt:lpstr>
      <vt:lpstr>Gagalin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Achintya Agrawal</cp:lastModifiedBy>
  <cp:revision>3</cp:revision>
  <dcterms:created xsi:type="dcterms:W3CDTF">2025-04-24T21:45:10Z</dcterms:created>
  <dcterms:modified xsi:type="dcterms:W3CDTF">2025-09-28T19:42:39Z</dcterms:modified>
</cp:coreProperties>
</file>